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56.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44.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Layout+xml" PartName="/ppt/slideLayouts/slideLayout6.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 id="284" r:id="rId33"/>
    <p:sldId id="285" r:id="rId34"/>
    <p:sldId id="286" r:id="rId35"/>
    <p:sldId id="287" r:id="rId36"/>
    <p:sldId id="288" r:id="rId37"/>
    <p:sldId id="289" r:id="rId38"/>
    <p:sldId id="290" r:id="rId39"/>
    <p:sldId id="291" r:id="rId40"/>
    <p:sldId id="292" r:id="rId41"/>
    <p:sldId id="293" r:id="rId42"/>
    <p:sldId id="294" r:id="rId43"/>
    <p:sldId id="295" r:id="rId44"/>
    <p:sldId id="296" r:id="rId45"/>
    <p:sldId id="297" r:id="rId46"/>
    <p:sldId id="298" r:id="rId47"/>
    <p:sldId id="299" r:id="rId48"/>
    <p:sldId id="300" r:id="rId49"/>
    <p:sldId id="301" r:id="rId50"/>
    <p:sldId id="302" r:id="rId51"/>
    <p:sldId id="303" r:id="rId52"/>
    <p:sldId id="304" r:id="rId53"/>
    <p:sldId id="305" r:id="rId54"/>
    <p:sldId id="306" r:id="rId55"/>
    <p:sldId id="307" r:id="rId56"/>
    <p:sldId id="308" r:id="rId57"/>
    <p:sldId id="309" r:id="rId58"/>
    <p:sldId id="310" r:id="rId59"/>
    <p:sldId id="311" r:id="rId60"/>
  </p:sldIdLst>
  <p:sldSz cy="5143500" cx="9144000"/>
  <p:notesSz cx="6858000" cy="9144000"/>
  <p:embeddedFontLst>
    <p:embeddedFont>
      <p:font typeface="Roboto Slab"/>
      <p:regular r:id="rId61"/>
      <p:bold r:id="rId62"/>
    </p:embeddedFont>
    <p:embeddedFont>
      <p:font typeface="Nunito"/>
      <p:regular r:id="rId63"/>
      <p:bold r:id="rId64"/>
      <p:italic r:id="rId65"/>
      <p:boldItalic r:id="rId66"/>
    </p:embeddedFont>
    <p:embeddedFont>
      <p:font typeface="Palanquin Dark"/>
      <p:regular r:id="rId67"/>
      <p:bold r:id="rId68"/>
    </p:embeddedFont>
    <p:embeddedFont>
      <p:font typeface="Roboto Mono Light"/>
      <p:regular r:id="rId69"/>
      <p:bold r:id="rId70"/>
      <p:italic r:id="rId71"/>
      <p:boldItalic r:id="rId72"/>
    </p:embeddedFont>
    <p:embeddedFont>
      <p:font typeface="Nunito ExtraBold"/>
      <p:bold r:id="rId73"/>
      <p:boldItalic r:id="rId74"/>
    </p:embeddedFont>
    <p:embeddedFont>
      <p:font typeface="Roboto Mono"/>
      <p:regular r:id="rId75"/>
      <p:bold r:id="rId76"/>
      <p:italic r:id="rId77"/>
      <p:boldItalic r:id="rId78"/>
    </p:embeddedFont>
    <p:embeddedFont>
      <p:font typeface="Roboto Slab Medium"/>
      <p:regular r:id="rId79"/>
      <p:bold r:id="rId80"/>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81" roundtripDataSignature="AMtx7mjsFT/HJ92MK0DJKrpop9VCxXJ5F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40" Type="http://schemas.openxmlformats.org/officeDocument/2006/relationships/slide" Target="slides/slide36.xml"/><Relationship Id="rId42" Type="http://schemas.openxmlformats.org/officeDocument/2006/relationships/slide" Target="slides/slide38.xml"/><Relationship Id="rId41" Type="http://schemas.openxmlformats.org/officeDocument/2006/relationships/slide" Target="slides/slide37.xml"/><Relationship Id="rId44" Type="http://schemas.openxmlformats.org/officeDocument/2006/relationships/slide" Target="slides/slide40.xml"/><Relationship Id="rId43" Type="http://schemas.openxmlformats.org/officeDocument/2006/relationships/slide" Target="slides/slide39.xml"/><Relationship Id="rId46" Type="http://schemas.openxmlformats.org/officeDocument/2006/relationships/slide" Target="slides/slide42.xml"/><Relationship Id="rId45" Type="http://schemas.openxmlformats.org/officeDocument/2006/relationships/slide" Target="slides/slide41.xml"/><Relationship Id="rId80" Type="http://schemas.openxmlformats.org/officeDocument/2006/relationships/font" Target="fonts/RobotoSlabMedium-bold.fntdata"/><Relationship Id="rId81" Type="http://customschemas.google.com/relationships/presentationmetadata" Target="metadata"/><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48" Type="http://schemas.openxmlformats.org/officeDocument/2006/relationships/slide" Target="slides/slide44.xml"/><Relationship Id="rId47" Type="http://schemas.openxmlformats.org/officeDocument/2006/relationships/slide" Target="slides/slide43.xml"/><Relationship Id="rId49" Type="http://schemas.openxmlformats.org/officeDocument/2006/relationships/slide" Target="slides/slide45.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73" Type="http://schemas.openxmlformats.org/officeDocument/2006/relationships/font" Target="fonts/NunitoExtraBold-bold.fntdata"/><Relationship Id="rId72" Type="http://schemas.openxmlformats.org/officeDocument/2006/relationships/font" Target="fonts/RobotoMonoLight-boldItalic.fntdata"/><Relationship Id="rId31" Type="http://schemas.openxmlformats.org/officeDocument/2006/relationships/slide" Target="slides/slide27.xml"/><Relationship Id="rId75" Type="http://schemas.openxmlformats.org/officeDocument/2006/relationships/font" Target="fonts/RobotoMono-regular.fntdata"/><Relationship Id="rId30" Type="http://schemas.openxmlformats.org/officeDocument/2006/relationships/slide" Target="slides/slide26.xml"/><Relationship Id="rId74" Type="http://schemas.openxmlformats.org/officeDocument/2006/relationships/font" Target="fonts/NunitoExtraBold-boldItalic.fntdata"/><Relationship Id="rId33" Type="http://schemas.openxmlformats.org/officeDocument/2006/relationships/slide" Target="slides/slide29.xml"/><Relationship Id="rId77" Type="http://schemas.openxmlformats.org/officeDocument/2006/relationships/font" Target="fonts/RobotoMono-italic.fntdata"/><Relationship Id="rId32" Type="http://schemas.openxmlformats.org/officeDocument/2006/relationships/slide" Target="slides/slide28.xml"/><Relationship Id="rId76" Type="http://schemas.openxmlformats.org/officeDocument/2006/relationships/font" Target="fonts/RobotoMono-bold.fntdata"/><Relationship Id="rId35" Type="http://schemas.openxmlformats.org/officeDocument/2006/relationships/slide" Target="slides/slide31.xml"/><Relationship Id="rId79" Type="http://schemas.openxmlformats.org/officeDocument/2006/relationships/font" Target="fonts/RobotoSlabMedium-regular.fntdata"/><Relationship Id="rId34" Type="http://schemas.openxmlformats.org/officeDocument/2006/relationships/slide" Target="slides/slide30.xml"/><Relationship Id="rId78" Type="http://schemas.openxmlformats.org/officeDocument/2006/relationships/font" Target="fonts/RobotoMono-boldItalic.fntdata"/><Relationship Id="rId71" Type="http://schemas.openxmlformats.org/officeDocument/2006/relationships/font" Target="fonts/RobotoMonoLight-italic.fntdata"/><Relationship Id="rId70" Type="http://schemas.openxmlformats.org/officeDocument/2006/relationships/font" Target="fonts/RobotoMonoLight-bold.fntdata"/><Relationship Id="rId37" Type="http://schemas.openxmlformats.org/officeDocument/2006/relationships/slide" Target="slides/slide33.xml"/><Relationship Id="rId36" Type="http://schemas.openxmlformats.org/officeDocument/2006/relationships/slide" Target="slides/slide32.xml"/><Relationship Id="rId39" Type="http://schemas.openxmlformats.org/officeDocument/2006/relationships/slide" Target="slides/slide35.xml"/><Relationship Id="rId38" Type="http://schemas.openxmlformats.org/officeDocument/2006/relationships/slide" Target="slides/slide34.xml"/><Relationship Id="rId62" Type="http://schemas.openxmlformats.org/officeDocument/2006/relationships/font" Target="fonts/RobotoSlab-bold.fntdata"/><Relationship Id="rId61" Type="http://schemas.openxmlformats.org/officeDocument/2006/relationships/font" Target="fonts/RobotoSlab-regular.fntdata"/><Relationship Id="rId20" Type="http://schemas.openxmlformats.org/officeDocument/2006/relationships/slide" Target="slides/slide16.xml"/><Relationship Id="rId64" Type="http://schemas.openxmlformats.org/officeDocument/2006/relationships/font" Target="fonts/Nunito-bold.fntdata"/><Relationship Id="rId63" Type="http://schemas.openxmlformats.org/officeDocument/2006/relationships/font" Target="fonts/Nunito-regular.fntdata"/><Relationship Id="rId22" Type="http://schemas.openxmlformats.org/officeDocument/2006/relationships/slide" Target="slides/slide18.xml"/><Relationship Id="rId66" Type="http://schemas.openxmlformats.org/officeDocument/2006/relationships/font" Target="fonts/Nunito-boldItalic.fntdata"/><Relationship Id="rId21" Type="http://schemas.openxmlformats.org/officeDocument/2006/relationships/slide" Target="slides/slide17.xml"/><Relationship Id="rId65" Type="http://schemas.openxmlformats.org/officeDocument/2006/relationships/font" Target="fonts/Nunito-italic.fntdata"/><Relationship Id="rId24" Type="http://schemas.openxmlformats.org/officeDocument/2006/relationships/slide" Target="slides/slide20.xml"/><Relationship Id="rId68" Type="http://schemas.openxmlformats.org/officeDocument/2006/relationships/font" Target="fonts/PalanquinDark-bold.fntdata"/><Relationship Id="rId23" Type="http://schemas.openxmlformats.org/officeDocument/2006/relationships/slide" Target="slides/slide19.xml"/><Relationship Id="rId67" Type="http://schemas.openxmlformats.org/officeDocument/2006/relationships/font" Target="fonts/PalanquinDark-regular.fntdata"/><Relationship Id="rId60" Type="http://schemas.openxmlformats.org/officeDocument/2006/relationships/slide" Target="slides/slide56.xml"/><Relationship Id="rId26" Type="http://schemas.openxmlformats.org/officeDocument/2006/relationships/slide" Target="slides/slide22.xml"/><Relationship Id="rId25" Type="http://schemas.openxmlformats.org/officeDocument/2006/relationships/slide" Target="slides/slide21.xml"/><Relationship Id="rId69" Type="http://schemas.openxmlformats.org/officeDocument/2006/relationships/font" Target="fonts/RobotoMonoLight-regular.fntdata"/><Relationship Id="rId28" Type="http://schemas.openxmlformats.org/officeDocument/2006/relationships/slide" Target="slides/slide24.xml"/><Relationship Id="rId27" Type="http://schemas.openxmlformats.org/officeDocument/2006/relationships/slide" Target="slides/slide23.xml"/><Relationship Id="rId29" Type="http://schemas.openxmlformats.org/officeDocument/2006/relationships/slide" Target="slides/slide25.xml"/><Relationship Id="rId51" Type="http://schemas.openxmlformats.org/officeDocument/2006/relationships/slide" Target="slides/slide47.xml"/><Relationship Id="rId50" Type="http://schemas.openxmlformats.org/officeDocument/2006/relationships/slide" Target="slides/slide46.xml"/><Relationship Id="rId53" Type="http://schemas.openxmlformats.org/officeDocument/2006/relationships/slide" Target="slides/slide49.xml"/><Relationship Id="rId52" Type="http://schemas.openxmlformats.org/officeDocument/2006/relationships/slide" Target="slides/slide48.xml"/><Relationship Id="rId11" Type="http://schemas.openxmlformats.org/officeDocument/2006/relationships/slide" Target="slides/slide7.xml"/><Relationship Id="rId55" Type="http://schemas.openxmlformats.org/officeDocument/2006/relationships/slide" Target="slides/slide51.xml"/><Relationship Id="rId10" Type="http://schemas.openxmlformats.org/officeDocument/2006/relationships/slide" Target="slides/slide6.xml"/><Relationship Id="rId54" Type="http://schemas.openxmlformats.org/officeDocument/2006/relationships/slide" Target="slides/slide50.xml"/><Relationship Id="rId13" Type="http://schemas.openxmlformats.org/officeDocument/2006/relationships/slide" Target="slides/slide9.xml"/><Relationship Id="rId57" Type="http://schemas.openxmlformats.org/officeDocument/2006/relationships/slide" Target="slides/slide53.xml"/><Relationship Id="rId12" Type="http://schemas.openxmlformats.org/officeDocument/2006/relationships/slide" Target="slides/slide8.xml"/><Relationship Id="rId56" Type="http://schemas.openxmlformats.org/officeDocument/2006/relationships/slide" Target="slides/slide52.xml"/><Relationship Id="rId15" Type="http://schemas.openxmlformats.org/officeDocument/2006/relationships/slide" Target="slides/slide11.xml"/><Relationship Id="rId59" Type="http://schemas.openxmlformats.org/officeDocument/2006/relationships/slide" Target="slides/slide55.xml"/><Relationship Id="rId14" Type="http://schemas.openxmlformats.org/officeDocument/2006/relationships/slide" Target="slides/slide10.xml"/><Relationship Id="rId58" Type="http://schemas.openxmlformats.org/officeDocument/2006/relationships/slide" Target="slides/slide54.xml"/><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 name="Shape 61"/>
        <p:cNvGrpSpPr/>
        <p:nvPr/>
      </p:nvGrpSpPr>
      <p:grpSpPr>
        <a:xfrm>
          <a:off x="0" y="0"/>
          <a:ext cx="0" cy="0"/>
          <a:chOff x="0" y="0"/>
          <a:chExt cx="0" cy="0"/>
        </a:xfrm>
      </p:grpSpPr>
      <p:sp>
        <p:nvSpPr>
          <p:cNvPr id="62" name="Google Shape;62;g25937aeb93d_0_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3" name="Google Shape;63;g25937aeb93d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400"/>
              <a:buFont typeface="Arial"/>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 name="Shape 72"/>
        <p:cNvGrpSpPr/>
        <p:nvPr/>
      </p:nvGrpSpPr>
      <p:grpSpPr>
        <a:xfrm>
          <a:off x="0" y="0"/>
          <a:ext cx="0" cy="0"/>
          <a:chOff x="0" y="0"/>
          <a:chExt cx="0" cy="0"/>
        </a:xfrm>
      </p:grpSpPr>
      <p:sp>
        <p:nvSpPr>
          <p:cNvPr id="73" name="Google Shape;73;g31bd7dd61e1_0_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4" name="Google Shape;74;g31bd7dd61e1_0_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400"/>
              <a:buFont typeface="Arial"/>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3" name="Shape 83"/>
        <p:cNvGrpSpPr/>
        <p:nvPr/>
      </p:nvGrpSpPr>
      <p:grpSpPr>
        <a:xfrm>
          <a:off x="0" y="0"/>
          <a:ext cx="0" cy="0"/>
          <a:chOff x="0" y="0"/>
          <a:chExt cx="0" cy="0"/>
        </a:xfrm>
      </p:grpSpPr>
      <p:sp>
        <p:nvSpPr>
          <p:cNvPr id="84" name="Google Shape;84;p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5" name="Google Shape;85;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rPr lang="fr">
                <a:solidFill>
                  <a:srgbClr val="3F3F3F"/>
                </a:solidFill>
                <a:latin typeface="Calibri"/>
                <a:ea typeface="Calibri"/>
                <a:cs typeface="Calibri"/>
                <a:sym typeface="Calibri"/>
              </a:rPr>
              <a:t>Cette présentation s’articulera autour des points suivants:</a:t>
            </a:r>
            <a:endParaRPr>
              <a:solidFill>
                <a:srgbClr val="3F3F3F"/>
              </a:solidFill>
              <a:latin typeface="Calibri"/>
              <a:ea typeface="Calibri"/>
              <a:cs typeface="Calibri"/>
              <a:sym typeface="Calibri"/>
            </a:endParaRPr>
          </a:p>
          <a:p>
            <a:pPr indent="-171450" lvl="0" marL="171450" marR="0" rtl="0" algn="l">
              <a:lnSpc>
                <a:spcPct val="100000"/>
              </a:lnSpc>
              <a:spcBef>
                <a:spcPts val="0"/>
              </a:spcBef>
              <a:spcAft>
                <a:spcPts val="0"/>
              </a:spcAft>
              <a:buClr>
                <a:srgbClr val="000000"/>
              </a:buClr>
              <a:buSzPts val="1400"/>
              <a:buFont typeface="Noto Sans Symbols"/>
              <a:buChar char="▪"/>
            </a:pPr>
            <a:r>
              <a:rPr lang="fr">
                <a:solidFill>
                  <a:srgbClr val="3F3F3F"/>
                </a:solidFill>
                <a:latin typeface="Calibri"/>
                <a:ea typeface="Calibri"/>
                <a:cs typeface="Calibri"/>
                <a:sym typeface="Calibri"/>
              </a:rPr>
              <a:t>U</a:t>
            </a:r>
            <a:r>
              <a:rPr lang="fr" sz="1100">
                <a:solidFill>
                  <a:srgbClr val="3F3F3F"/>
                </a:solidFill>
                <a:latin typeface="Calibri"/>
                <a:ea typeface="Calibri"/>
                <a:cs typeface="Calibri"/>
                <a:sym typeface="Calibri"/>
              </a:rPr>
              <a:t>ne introduction</a:t>
            </a:r>
            <a:endParaRPr/>
          </a:p>
          <a:p>
            <a:pPr indent="-171450" lvl="0" marL="171450" marR="0" rtl="0" algn="l">
              <a:lnSpc>
                <a:spcPct val="100000"/>
              </a:lnSpc>
              <a:spcBef>
                <a:spcPts val="0"/>
              </a:spcBef>
              <a:spcAft>
                <a:spcPts val="0"/>
              </a:spcAft>
              <a:buClr>
                <a:srgbClr val="000000"/>
              </a:buClr>
              <a:buSzPts val="1400"/>
              <a:buFont typeface="Noto Sans Symbols"/>
              <a:buChar char="▪"/>
            </a:pPr>
            <a:r>
              <a:rPr lang="fr">
                <a:solidFill>
                  <a:srgbClr val="3F3F3F"/>
                </a:solidFill>
                <a:latin typeface="Calibri"/>
                <a:ea typeface="Calibri"/>
                <a:cs typeface="Calibri"/>
                <a:sym typeface="Calibri"/>
              </a:rPr>
              <a:t>Une </a:t>
            </a:r>
            <a:r>
              <a:rPr lang="fr"/>
              <a:t>présentation sommaire des généralités et  travaux existants</a:t>
            </a:r>
            <a:r>
              <a:rPr lang="fr">
                <a:latin typeface="Arial"/>
                <a:ea typeface="Arial"/>
                <a:cs typeface="Arial"/>
                <a:sym typeface="Arial"/>
              </a:rPr>
              <a:t> qui nous on</a:t>
            </a:r>
            <a:r>
              <a:rPr lang="fr"/>
              <a:t>t servi de base</a:t>
            </a:r>
            <a:endParaRPr/>
          </a:p>
          <a:p>
            <a:pPr indent="-171450" lvl="0" marL="171450" marR="0" rtl="0" algn="l">
              <a:lnSpc>
                <a:spcPct val="100000"/>
              </a:lnSpc>
              <a:spcBef>
                <a:spcPts val="0"/>
              </a:spcBef>
              <a:spcAft>
                <a:spcPts val="0"/>
              </a:spcAft>
              <a:buClr>
                <a:srgbClr val="000000"/>
              </a:buClr>
              <a:buSzPts val="1400"/>
              <a:buFont typeface="Noto Sans Symbols"/>
              <a:buChar char="▪"/>
            </a:pPr>
            <a:r>
              <a:rPr lang="fr" sz="1100">
                <a:solidFill>
                  <a:srgbClr val="3F3F3F"/>
                </a:solidFill>
                <a:latin typeface="Calibri"/>
                <a:ea typeface="Calibri"/>
                <a:cs typeface="Calibri"/>
                <a:sym typeface="Calibri"/>
              </a:rPr>
              <a:t>Suivi</a:t>
            </a:r>
            <a:r>
              <a:rPr lang="fr">
                <a:solidFill>
                  <a:srgbClr val="3F3F3F"/>
                </a:solidFill>
                <a:latin typeface="Calibri"/>
                <a:ea typeface="Calibri"/>
                <a:cs typeface="Calibri"/>
                <a:sym typeface="Calibri"/>
              </a:rPr>
              <a:t> de la méthodologie que nous avons adoptée.</a:t>
            </a:r>
            <a:endParaRPr/>
          </a:p>
          <a:p>
            <a:pPr indent="-171450" lvl="0" marL="171450" marR="0" rtl="0" algn="l">
              <a:lnSpc>
                <a:spcPct val="100000"/>
              </a:lnSpc>
              <a:spcBef>
                <a:spcPts val="0"/>
              </a:spcBef>
              <a:spcAft>
                <a:spcPts val="0"/>
              </a:spcAft>
              <a:buClr>
                <a:srgbClr val="000000"/>
              </a:buClr>
              <a:buSzPts val="1400"/>
              <a:buFont typeface="Noto Sans Symbols"/>
              <a:buChar char="▪"/>
            </a:pPr>
            <a:r>
              <a:rPr lang="fr" sz="1100">
                <a:solidFill>
                  <a:srgbClr val="3F3F3F"/>
                </a:solidFill>
                <a:latin typeface="Calibri"/>
                <a:ea typeface="Calibri"/>
                <a:cs typeface="Calibri"/>
                <a:sym typeface="Calibri"/>
              </a:rPr>
              <a:t>Ensuite </a:t>
            </a:r>
            <a:r>
              <a:rPr lang="fr">
                <a:solidFill>
                  <a:srgbClr val="3F3F3F"/>
                </a:solidFill>
                <a:latin typeface="Calibri"/>
                <a:ea typeface="Calibri"/>
                <a:cs typeface="Calibri"/>
                <a:sym typeface="Calibri"/>
              </a:rPr>
              <a:t>nous présenterons les expérimentations et les résultats que nous avons obtenus</a:t>
            </a:r>
            <a:endParaRPr/>
          </a:p>
          <a:p>
            <a:pPr indent="-171450" lvl="0" marL="171450" marR="0" rtl="0" algn="l">
              <a:lnSpc>
                <a:spcPct val="100000"/>
              </a:lnSpc>
              <a:spcBef>
                <a:spcPts val="0"/>
              </a:spcBef>
              <a:spcAft>
                <a:spcPts val="0"/>
              </a:spcAft>
              <a:buClr>
                <a:srgbClr val="000000"/>
              </a:buClr>
              <a:buSzPts val="1400"/>
              <a:buFont typeface="Noto Sans Symbols"/>
              <a:buChar char="▪"/>
            </a:pPr>
            <a:r>
              <a:rPr lang="fr">
                <a:solidFill>
                  <a:srgbClr val="3F3F3F"/>
                </a:solidFill>
                <a:latin typeface="Calibri"/>
                <a:ea typeface="Calibri"/>
                <a:cs typeface="Calibri"/>
                <a:sym typeface="Calibri"/>
              </a:rPr>
              <a:t>et enfin nous aurons une conclusion</a:t>
            </a:r>
            <a:endParaRPr>
              <a:solidFill>
                <a:srgbClr val="3F3F3F"/>
              </a:solidFill>
              <a:latin typeface="Calibri"/>
              <a:ea typeface="Calibri"/>
              <a:cs typeface="Calibri"/>
              <a:sym typeface="Calibri"/>
            </a:endParaRPr>
          </a:p>
          <a:p>
            <a:pPr indent="0" lvl="0" marL="0" marR="0" rtl="0" algn="l">
              <a:lnSpc>
                <a:spcPct val="100000"/>
              </a:lnSpc>
              <a:spcBef>
                <a:spcPts val="0"/>
              </a:spcBef>
              <a:spcAft>
                <a:spcPts val="0"/>
              </a:spcAft>
              <a:buSzPts val="1100"/>
              <a:buNone/>
            </a:pPr>
            <a:r>
              <a:rPr lang="fr">
                <a:solidFill>
                  <a:srgbClr val="3F3F3F"/>
                </a:solidFill>
                <a:latin typeface="Calibri"/>
                <a:ea typeface="Calibri"/>
                <a:cs typeface="Calibri"/>
                <a:sym typeface="Calibri"/>
              </a:rPr>
              <a:t>Nous allons passer à l’introduction</a:t>
            </a:r>
            <a:endParaRPr>
              <a:solidFill>
                <a:srgbClr val="3F3F3F"/>
              </a:solidFill>
              <a:latin typeface="Calibri"/>
              <a:ea typeface="Calibri"/>
              <a:cs typeface="Calibri"/>
              <a:sym typeface="Calibri"/>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p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1" name="Google Shape;101;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139700" rtl="0" algn="l">
              <a:lnSpc>
                <a:spcPct val="100000"/>
              </a:lnSpc>
              <a:spcBef>
                <a:spcPts val="0"/>
              </a:spcBef>
              <a:spcAft>
                <a:spcPts val="0"/>
              </a:spcAft>
              <a:buSzPts val="1400"/>
              <a:buNone/>
            </a:pPr>
            <a:r>
              <a:rPr lang="fr"/>
              <a:t>Après l'indépendance des pays africains, la préservation de l'identité culturelle est devenue une priorité, notamment face au risque d'acculturation lié à l'héritage colonial. La sauvegarde des langues maternelles, comme le Yemba, est essentielle, car leur disparition menacerait la transmission intergénérationnelle et la richesse culturelle du Cameroun.</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g71b9aa812b8f2c08_1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8" name="Google Shape;108;g71b9aa812b8f2c08_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sz="1200"/>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g59d59b4029cf42d9_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8" name="Google Shape;118;g59d59b4029cf42d9_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fr" sz="1200"/>
              <a:t>Dans une classe, l'enseignant fait face à plusieurs dialectes différents parmi les élèves. Lorsqu'il doit les évaluer en LCN, la diversité des dialectes rend la tâche difficile. Il a donc besoin d'un outil numérique de reconnaissance automatique de la parole pour évaluer efficacement ces différents dialectes.</a:t>
            </a:r>
            <a:endParaRPr sz="1200"/>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g59d59b4029cf42d9_1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7" name="Google Shape;127;g59d59b4029cf42d9_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fr" sz="1200"/>
              <a:t>Pour mettre en œuvre un ASR pour un dialecte, il faut disposer de données spécifiques à ce dialecte, comme pour tout modèle de machine learning. Dans ce cas, les données sont des fichiers audio, qui doivent être transformés en "représentations" compréhensibles par l'ASR.</a:t>
            </a:r>
            <a:endParaRPr sz="1200"/>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p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8" name="Google Shape;138;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lang="fr"/>
              <a:t>Les défis que nous rencontrons avec la langue Yemba incluent plusieurs limitations pour sa</a:t>
            </a:r>
            <a:endParaRPr/>
          </a:p>
          <a:p>
            <a:pPr indent="0" lvl="0" marL="0" rtl="0" algn="l">
              <a:lnSpc>
                <a:spcPct val="100000"/>
              </a:lnSpc>
              <a:spcBef>
                <a:spcPts val="0"/>
              </a:spcBef>
              <a:spcAft>
                <a:spcPts val="0"/>
              </a:spcAft>
              <a:buSzPts val="1100"/>
              <a:buNone/>
            </a:pPr>
            <a:r>
              <a:rPr lang="fr"/>
              <a:t>reconnaissance automatique.</a:t>
            </a:r>
            <a:endParaRPr/>
          </a:p>
          <a:p>
            <a:pPr indent="-298450" lvl="0" marL="457200" rtl="0" algn="l">
              <a:lnSpc>
                <a:spcPct val="100000"/>
              </a:lnSpc>
              <a:spcBef>
                <a:spcPts val="0"/>
              </a:spcBef>
              <a:spcAft>
                <a:spcPts val="0"/>
              </a:spcAft>
              <a:buSzPts val="1100"/>
              <a:buChar char="●"/>
            </a:pPr>
            <a:r>
              <a:rPr lang="fr"/>
              <a:t>Tout d’abord - la non existence des ressources linguistiques</a:t>
            </a:r>
            <a:endParaRPr/>
          </a:p>
          <a:p>
            <a:pPr indent="0" lvl="0" marL="0" rtl="0" algn="l">
              <a:lnSpc>
                <a:spcPct val="100000"/>
              </a:lnSpc>
              <a:spcBef>
                <a:spcPts val="0"/>
              </a:spcBef>
              <a:spcAft>
                <a:spcPts val="0"/>
              </a:spcAft>
              <a:buSzPts val="1100"/>
              <a:buNone/>
            </a:pPr>
            <a:r>
              <a:rPr lang="fr"/>
              <a:t>numériques , qui est un frein à la création de corpus de données nécessaires pour entraîner les modèles de reconnaissance vocale.</a:t>
            </a:r>
            <a:endParaRPr/>
          </a:p>
          <a:p>
            <a:pPr indent="-298450" lvl="0" marL="457200" rtl="0" algn="l">
              <a:lnSpc>
                <a:spcPct val="100000"/>
              </a:lnSpc>
              <a:spcBef>
                <a:spcPts val="0"/>
              </a:spcBef>
              <a:spcAft>
                <a:spcPts val="0"/>
              </a:spcAft>
              <a:buSzPts val="1100"/>
              <a:buChar char="●"/>
            </a:pPr>
            <a:r>
              <a:rPr lang="fr"/>
              <a:t>Aussi développer des outils adaptés aux contextes d’apprentissage spécifiques comme celui de l’école primaire, où les variations linguistiques et les besoins pédagogiques doivent être pris en compte.</a:t>
            </a:r>
            <a:endParaRPr/>
          </a:p>
          <a:p>
            <a:pPr indent="0" lvl="0" marL="45720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Clr>
                <a:schemeClr val="dk1"/>
              </a:buClr>
              <a:buSzPts val="1100"/>
              <a:buFont typeface="Arial"/>
              <a:buNone/>
            </a:pPr>
            <a:r>
              <a:rPr lang="fr">
                <a:solidFill>
                  <a:schemeClr val="dk1"/>
                </a:solidFill>
              </a:rPr>
              <a:t>De plus </a:t>
            </a:r>
            <a:endParaRPr>
              <a:solidFill>
                <a:schemeClr val="dk1"/>
              </a:solidFill>
            </a:endParaRPr>
          </a:p>
          <a:p>
            <a:pPr indent="-298450" lvl="0" marL="457200" rtl="0" algn="l">
              <a:lnSpc>
                <a:spcPct val="100000"/>
              </a:lnSpc>
              <a:spcBef>
                <a:spcPts val="0"/>
              </a:spcBef>
              <a:spcAft>
                <a:spcPts val="0"/>
              </a:spcAft>
              <a:buClr>
                <a:schemeClr val="dk1"/>
              </a:buClr>
              <a:buSzPts val="1100"/>
              <a:buChar char="●"/>
            </a:pPr>
            <a:r>
              <a:rPr lang="fr">
                <a:solidFill>
                  <a:schemeClr val="dk1"/>
                </a:solidFill>
              </a:rPr>
              <a:t>Les outils existants ont une capacité limitée, dans ce sens que ceux-ci ont été  testés principalement sur des langues largement dotées en ressources, telles que l’anglais, le français ou l’espagnol et surtout qu’ils proposent des methodes de representation indaptes dans notre cas.</a:t>
            </a:r>
            <a:endParaRPr>
              <a:solidFill>
                <a:schemeClr val="dk1"/>
              </a:solidFill>
            </a:endParaRPr>
          </a:p>
          <a:p>
            <a:pPr indent="0" lvl="0" marL="0" rtl="0" algn="l">
              <a:lnSpc>
                <a:spcPct val="100000"/>
              </a:lnSpc>
              <a:spcBef>
                <a:spcPts val="0"/>
              </a:spcBef>
              <a:spcAft>
                <a:spcPts val="0"/>
              </a:spcAft>
              <a:buSzPts val="1100"/>
              <a:buNone/>
            </a:pPr>
            <a:r>
              <a:t/>
            </a:r>
            <a:endParaRPr/>
          </a:p>
          <a:p>
            <a:pPr indent="0" lvl="0" marL="457200" rtl="0" algn="l">
              <a:lnSpc>
                <a:spcPct val="100000"/>
              </a:lnSpc>
              <a:spcBef>
                <a:spcPts val="0"/>
              </a:spcBef>
              <a:spcAft>
                <a:spcPts val="0"/>
              </a:spcAft>
              <a:buSzPts val="1100"/>
              <a:buNone/>
            </a:pPr>
            <a:r>
              <a:t/>
            </a:r>
            <a:endParaRPr/>
          </a:p>
          <a:p>
            <a:pPr indent="0" lvl="0" marL="45720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Clr>
                <a:schemeClr val="dk1"/>
              </a:buClr>
              <a:buSzPts val="1100"/>
              <a:buFont typeface="Arial"/>
              <a:buNone/>
            </a:pPr>
            <a:r>
              <a:t/>
            </a:r>
            <a:endParaRPr/>
          </a:p>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p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1" name="Google Shape;161;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lang="fr">
                <a:solidFill>
                  <a:schemeClr val="dk1"/>
                </a:solidFill>
              </a:rPr>
              <a:t>Ces outils non adaptés dans notre cas, nous pensons que  les GNN( Graph Neural Network)  offrent des possibilités plus intéressantes et adéquates pour nous.</a:t>
            </a:r>
            <a:endParaRPr>
              <a:solidFill>
                <a:schemeClr val="dk1"/>
              </a:solidFill>
            </a:endParaRPr>
          </a:p>
          <a:p>
            <a:pPr indent="0" lvl="0" marL="0" rtl="0" algn="l">
              <a:lnSpc>
                <a:spcPct val="100000"/>
              </a:lnSpc>
              <a:spcBef>
                <a:spcPts val="0"/>
              </a:spcBef>
              <a:spcAft>
                <a:spcPts val="0"/>
              </a:spcAft>
              <a:buClr>
                <a:schemeClr val="dk1"/>
              </a:buClr>
              <a:buSzPts val="1100"/>
              <a:buFont typeface="Arial"/>
              <a:buNone/>
            </a:pPr>
            <a:r>
              <a:t/>
            </a:r>
            <a:endParaRPr>
              <a:solidFill>
                <a:schemeClr val="dk1"/>
              </a:solidFill>
            </a:endParaRPr>
          </a:p>
          <a:p>
            <a:pPr indent="0" lvl="0" marL="0" rtl="0" algn="l">
              <a:lnSpc>
                <a:spcPct val="100000"/>
              </a:lnSpc>
              <a:spcBef>
                <a:spcPts val="0"/>
              </a:spcBef>
              <a:spcAft>
                <a:spcPts val="0"/>
              </a:spcAft>
              <a:buClr>
                <a:schemeClr val="dk1"/>
              </a:buClr>
              <a:buSzPts val="1100"/>
              <a:buFont typeface="Arial"/>
              <a:buNone/>
            </a:pPr>
            <a:r>
              <a:rPr lang="fr">
                <a:solidFill>
                  <a:schemeClr val="dk1"/>
                </a:solidFill>
              </a:rPr>
              <a:t>Ainsi il en ressort la question de recherche suivante: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p1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9" name="Google Shape;169;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rPr lang="fr"/>
              <a:t>Afin de résoudre cette problématique, nous nous sommes fixé les objectifs suivants:</a:t>
            </a:r>
            <a:endParaRPr/>
          </a:p>
          <a:p>
            <a:pPr indent="-298450" lvl="0" marL="457200" rtl="0" algn="l">
              <a:lnSpc>
                <a:spcPct val="100000"/>
              </a:lnSpc>
              <a:spcBef>
                <a:spcPts val="0"/>
              </a:spcBef>
              <a:spcAft>
                <a:spcPts val="0"/>
              </a:spcAft>
              <a:buSzPts val="1100"/>
              <a:buChar char="-"/>
            </a:pPr>
            <a:r>
              <a:rPr lang="fr"/>
              <a:t>collecter les données</a:t>
            </a:r>
            <a:endParaRPr/>
          </a:p>
          <a:p>
            <a:pPr indent="-298450" lvl="0" marL="457200" rtl="0" algn="l">
              <a:lnSpc>
                <a:spcPct val="100000"/>
              </a:lnSpc>
              <a:spcBef>
                <a:spcPts val="0"/>
              </a:spcBef>
              <a:spcAft>
                <a:spcPts val="0"/>
              </a:spcAft>
              <a:buSzPts val="1100"/>
              <a:buChar char="-"/>
            </a:pPr>
            <a:r>
              <a:rPr lang="fr"/>
              <a:t>passer les données à un outil d’asr</a:t>
            </a:r>
            <a:endParaRPr/>
          </a:p>
          <a:p>
            <a:pPr indent="-298450" lvl="0" marL="457200" rtl="0" algn="l">
              <a:lnSpc>
                <a:spcPct val="100000"/>
              </a:lnSpc>
              <a:spcBef>
                <a:spcPts val="0"/>
              </a:spcBef>
              <a:spcAft>
                <a:spcPts val="0"/>
              </a:spcAft>
              <a:buSzPts val="1100"/>
              <a:buChar char="-"/>
            </a:pPr>
            <a:r>
              <a:rPr lang="fr"/>
              <a:t>améliorer les prédictions de l’outil grâce aux gnn</a:t>
            </a:r>
            <a:endParaRPr/>
          </a:p>
          <a:p>
            <a:pPr indent="0" lvl="0" marL="0" rtl="0" algn="l">
              <a:lnSpc>
                <a:spcPct val="100000"/>
              </a:lnSpc>
              <a:spcBef>
                <a:spcPts val="0"/>
              </a:spcBef>
              <a:spcAft>
                <a:spcPts val="0"/>
              </a:spcAft>
              <a:buSzPts val="1400"/>
              <a:buNone/>
            </a:pPr>
            <a:r>
              <a:t/>
            </a:r>
            <a:endParaRPr/>
          </a:p>
          <a:p>
            <a:pPr indent="0" lvl="0" marL="0" rtl="0" algn="l">
              <a:lnSpc>
                <a:spcPct val="100000"/>
              </a:lnSpc>
              <a:spcBef>
                <a:spcPts val="0"/>
              </a:spcBef>
              <a:spcAft>
                <a:spcPts val="0"/>
              </a:spcAft>
              <a:buSzPts val="1400"/>
              <a:buNone/>
            </a:pPr>
            <a:r>
              <a:rPr lang="fr"/>
              <a:t>-&gt; généralités et étude de l’existant</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p1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5" name="Google Shape;185;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sz="1800">
              <a:latin typeface="Calibri"/>
              <a:ea typeface="Calibri"/>
              <a:cs typeface="Calibri"/>
              <a:sym typeface="Calibri"/>
            </a:endParaRPr>
          </a:p>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 name="Shape 189"/>
        <p:cNvGrpSpPr/>
        <p:nvPr/>
      </p:nvGrpSpPr>
      <p:grpSpPr>
        <a:xfrm>
          <a:off x="0" y="0"/>
          <a:ext cx="0" cy="0"/>
          <a:chOff x="0" y="0"/>
          <a:chExt cx="0" cy="0"/>
        </a:xfrm>
      </p:grpSpPr>
      <p:sp>
        <p:nvSpPr>
          <p:cNvPr id="190" name="Google Shape;190;p1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91" name="Google Shape;191;p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SzPts val="1100"/>
              <a:buNone/>
            </a:pPr>
            <a:r>
              <a:t/>
            </a:r>
            <a:endParaRPr sz="1250">
              <a:solidFill>
                <a:schemeClr val="dk1"/>
              </a:solidFill>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 name="Shape 198"/>
        <p:cNvGrpSpPr/>
        <p:nvPr/>
      </p:nvGrpSpPr>
      <p:grpSpPr>
        <a:xfrm>
          <a:off x="0" y="0"/>
          <a:ext cx="0" cy="0"/>
          <a:chOff x="0" y="0"/>
          <a:chExt cx="0" cy="0"/>
        </a:xfrm>
      </p:grpSpPr>
      <p:sp>
        <p:nvSpPr>
          <p:cNvPr id="199" name="Google Shape;199;g3006347a72a_0_9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00" name="Google Shape;200;g3006347a72a_0_9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307975" lvl="0" marL="457200" rtl="0" algn="l">
              <a:lnSpc>
                <a:spcPct val="100000"/>
              </a:lnSpc>
              <a:spcBef>
                <a:spcPts val="0"/>
              </a:spcBef>
              <a:spcAft>
                <a:spcPts val="0"/>
              </a:spcAft>
              <a:buClr>
                <a:schemeClr val="dk1"/>
              </a:buClr>
              <a:buSzPts val="1250"/>
              <a:buChar char="●"/>
            </a:pPr>
            <a:r>
              <a:rPr lang="fr" sz="1250">
                <a:solidFill>
                  <a:schemeClr val="dk1"/>
                </a:solidFill>
              </a:rPr>
              <a:t>La signification d’un mot peut varier en fonction des tons utilisés pour la prononciation des syllabes le constituant</a:t>
            </a:r>
            <a:endParaRPr sz="1250">
              <a:solidFill>
                <a:schemeClr val="dk1"/>
              </a:solidFill>
            </a:endParaRPr>
          </a:p>
          <a:p>
            <a:pPr indent="-307975" lvl="0" marL="457200" rtl="0" algn="l">
              <a:lnSpc>
                <a:spcPct val="100000"/>
              </a:lnSpc>
              <a:spcBef>
                <a:spcPts val="0"/>
              </a:spcBef>
              <a:spcAft>
                <a:spcPts val="0"/>
              </a:spcAft>
              <a:buClr>
                <a:schemeClr val="dk1"/>
              </a:buClr>
              <a:buSzPts val="1250"/>
              <a:buChar char="●"/>
            </a:pPr>
            <a:r>
              <a:rPr lang="fr" sz="1250">
                <a:solidFill>
                  <a:schemeClr val="dk1"/>
                </a:solidFill>
              </a:rPr>
              <a:t>Dans certaines langues tonales comme le yemba, le ton appliqué à une seule syllabe peut complètement changer le sens du mot</a:t>
            </a:r>
            <a:endParaRPr sz="1250">
              <a:solidFill>
                <a:schemeClr val="dk1"/>
              </a:solidFill>
            </a:endParaRPr>
          </a:p>
          <a:p>
            <a:pPr indent="0" lvl="0" marL="457200" rtl="0" algn="l">
              <a:lnSpc>
                <a:spcPct val="100000"/>
              </a:lnSpc>
              <a:spcBef>
                <a:spcPts val="0"/>
              </a:spcBef>
              <a:spcAft>
                <a:spcPts val="0"/>
              </a:spcAft>
              <a:buSzPts val="1100"/>
              <a:buNone/>
            </a:pPr>
            <a:r>
              <a:t/>
            </a:r>
            <a:endParaRPr sz="1250">
              <a:solidFill>
                <a:schemeClr val="dk1"/>
              </a:solidFill>
            </a:endParaRPr>
          </a:p>
          <a:p>
            <a:pPr indent="0" lvl="0" marL="457200" marR="0" rtl="0" algn="l">
              <a:lnSpc>
                <a:spcPct val="100000"/>
              </a:lnSpc>
              <a:spcBef>
                <a:spcPts val="0"/>
              </a:spcBef>
              <a:spcAft>
                <a:spcPts val="0"/>
              </a:spcAft>
              <a:buSzPts val="1100"/>
              <a:buNone/>
            </a:pPr>
            <a:r>
              <a:t/>
            </a:r>
            <a:endParaRPr sz="1250">
              <a:solidFill>
                <a:schemeClr val="dk1"/>
              </a:solidFill>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 name="Shape 206"/>
        <p:cNvGrpSpPr/>
        <p:nvPr/>
      </p:nvGrpSpPr>
      <p:grpSpPr>
        <a:xfrm>
          <a:off x="0" y="0"/>
          <a:ext cx="0" cy="0"/>
          <a:chOff x="0" y="0"/>
          <a:chExt cx="0" cy="0"/>
        </a:xfrm>
      </p:grpSpPr>
      <p:sp>
        <p:nvSpPr>
          <p:cNvPr id="207" name="Google Shape;207;g3006347a72a_0_10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08" name="Google Shape;208;g3006347a72a_0_10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just">
              <a:lnSpc>
                <a:spcPct val="100000"/>
              </a:lnSpc>
              <a:spcBef>
                <a:spcPts val="0"/>
              </a:spcBef>
              <a:spcAft>
                <a:spcPts val="0"/>
              </a:spcAft>
              <a:buClr>
                <a:schemeClr val="dk1"/>
              </a:buClr>
              <a:buSzPts val="1100"/>
              <a:buFont typeface="Arial"/>
              <a:buNone/>
            </a:pPr>
            <a:r>
              <a:rPr lang="fr" sz="1300">
                <a:solidFill>
                  <a:srgbClr val="263238"/>
                </a:solidFill>
              </a:rPr>
              <a:t>l’asr </a:t>
            </a:r>
            <a:r>
              <a:rPr lang="fr" sz="1300">
                <a:solidFill>
                  <a:srgbClr val="263238"/>
                </a:solidFill>
                <a:extLst>
                  <a:ext uri="http://customooxmlschemas.google.com/">
                    <go:slidesCustomData xmlns:go="http://customooxmlschemas.google.com/" textRoundtripDataId="1"/>
                  </a:ext>
                </a:extLst>
              </a:rPr>
              <a:t> est le processus de conversion d’un signal vocal en une séquence de mots, à l’aide d’un algorithme implémenté sous forme de programme informatique.</a:t>
            </a:r>
            <a:endParaRPr sz="650">
              <a:solidFill>
                <a:schemeClr val="dk1"/>
              </a:solidFill>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 name="Shape 215"/>
        <p:cNvGrpSpPr/>
        <p:nvPr/>
      </p:nvGrpSpPr>
      <p:grpSpPr>
        <a:xfrm>
          <a:off x="0" y="0"/>
          <a:ext cx="0" cy="0"/>
          <a:chOff x="0" y="0"/>
          <a:chExt cx="0" cy="0"/>
        </a:xfrm>
      </p:grpSpPr>
      <p:sp>
        <p:nvSpPr>
          <p:cNvPr id="216" name="Google Shape;216;g3006347a72a_0_11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17" name="Google Shape;217;g3006347a72a_0_1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fr" sz="1250">
                <a:solidFill>
                  <a:schemeClr val="dk1"/>
                </a:solidFill>
              </a:rPr>
              <a:t>1- L’objectif principal d’un système ASR est de formuler l’hypothèse de la séquence de symboles discrets la plus probable parmi toutes les séquences valides de la langue L, à partir de l’entrée acoustique donnée.</a:t>
            </a:r>
            <a:endParaRPr sz="1250">
              <a:solidFill>
                <a:schemeClr val="dk1"/>
              </a:solidFill>
            </a:endParaRPr>
          </a:p>
          <a:p>
            <a:pPr indent="0" lvl="0" marL="0" rtl="0" algn="l">
              <a:lnSpc>
                <a:spcPct val="100000"/>
              </a:lnSpc>
              <a:spcBef>
                <a:spcPts val="0"/>
              </a:spcBef>
              <a:spcAft>
                <a:spcPts val="0"/>
              </a:spcAft>
              <a:buSzPts val="1100"/>
              <a:buNone/>
            </a:pPr>
            <a:r>
              <a:rPr lang="fr" sz="1250">
                <a:solidFill>
                  <a:schemeClr val="dk1"/>
                </a:solidFill>
              </a:rPr>
              <a:t>2- L’entrée acoustique ou signal audio est traitée comme un ensemble d’observations discrètes, de sorte que : o=o1,o2,...ot</a:t>
            </a:r>
            <a:endParaRPr sz="1250">
              <a:solidFill>
                <a:schemeClr val="dk1"/>
              </a:solidFill>
            </a:endParaRPr>
          </a:p>
          <a:p>
            <a:pPr indent="0" lvl="0" marL="0" rtl="0" algn="l">
              <a:lnSpc>
                <a:spcPct val="100000"/>
              </a:lnSpc>
              <a:spcBef>
                <a:spcPts val="0"/>
              </a:spcBef>
              <a:spcAft>
                <a:spcPts val="0"/>
              </a:spcAft>
              <a:buSzPts val="1100"/>
              <a:buNone/>
            </a:pPr>
            <a:r>
              <a:rPr lang="fr" sz="1250">
                <a:solidFill>
                  <a:schemeClr val="dk1"/>
                </a:solidFill>
              </a:rPr>
              <a:t>3- De même, la séquence de symboles à reconnaître est définie comme : W= w1,w2,w3,...wn</a:t>
            </a:r>
            <a:endParaRPr sz="1250">
              <a:solidFill>
                <a:schemeClr val="dk1"/>
              </a:solidFill>
            </a:endParaRPr>
          </a:p>
          <a:p>
            <a:pPr indent="0" lvl="0" marL="0" rtl="0" algn="l">
              <a:lnSpc>
                <a:spcPct val="100000"/>
              </a:lnSpc>
              <a:spcBef>
                <a:spcPts val="0"/>
              </a:spcBef>
              <a:spcAft>
                <a:spcPts val="0"/>
              </a:spcAft>
              <a:buSzPts val="1100"/>
              <a:buNone/>
            </a:pPr>
            <a:r>
              <a:t/>
            </a:r>
            <a:endParaRPr sz="1250">
              <a:solidFill>
                <a:schemeClr val="dk1"/>
              </a:solidFill>
            </a:endParaRPr>
          </a:p>
          <a:p>
            <a:pPr indent="0" lvl="0" marL="0" rtl="0" algn="l">
              <a:lnSpc>
                <a:spcPct val="100000"/>
              </a:lnSpc>
              <a:spcBef>
                <a:spcPts val="0"/>
              </a:spcBef>
              <a:spcAft>
                <a:spcPts val="0"/>
              </a:spcAft>
              <a:buSzPts val="1100"/>
              <a:buNone/>
            </a:pPr>
            <a:r>
              <a:rPr lang="fr" sz="1250">
                <a:solidFill>
                  <a:schemeClr val="dk1"/>
                </a:solidFill>
              </a:rPr>
              <a:t>Par exemple un audio contenant la phrase “Je suis un élève” se décompose en </a:t>
            </a:r>
            <a:endParaRPr sz="1250">
              <a:solidFill>
                <a:schemeClr val="dk1"/>
              </a:solidFill>
            </a:endParaRPr>
          </a:p>
          <a:p>
            <a:pPr indent="0" lvl="0" marL="0" rtl="0" algn="l">
              <a:lnSpc>
                <a:spcPct val="100000"/>
              </a:lnSpc>
              <a:spcBef>
                <a:spcPts val="0"/>
              </a:spcBef>
              <a:spcAft>
                <a:spcPts val="0"/>
              </a:spcAft>
              <a:buSzPts val="1100"/>
              <a:buNone/>
            </a:pPr>
            <a:r>
              <a:t/>
            </a:r>
            <a:endParaRPr sz="1250">
              <a:solidFill>
                <a:schemeClr val="dk1"/>
              </a:solidFill>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 name="Shape 226"/>
        <p:cNvGrpSpPr/>
        <p:nvPr/>
      </p:nvGrpSpPr>
      <p:grpSpPr>
        <a:xfrm>
          <a:off x="0" y="0"/>
          <a:ext cx="0" cy="0"/>
          <a:chOff x="0" y="0"/>
          <a:chExt cx="0" cy="0"/>
        </a:xfrm>
      </p:grpSpPr>
      <p:sp>
        <p:nvSpPr>
          <p:cNvPr id="227" name="Google Shape;227;g3006347a72a_0_12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28" name="Google Shape;228;g3006347a72a_0_12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fr" sz="1250">
                <a:solidFill>
                  <a:schemeClr val="dk1"/>
                </a:solidFill>
              </a:rPr>
              <a:t>Cette équation implique que, pour une séquence donnée W et une séquence d’entrée acoustique O, la probabilité P(W | O) doit être déterminée. L’objectif est alors de décoder la chaîne de mots, basée sur la séquence d’observations acoustiques, de sorte que la chaîne décodée ait la probabilité maximale.</a:t>
            </a:r>
            <a:endParaRPr sz="1250">
              <a:solidFill>
                <a:schemeClr val="dk1"/>
              </a:solidFill>
            </a:endParaRPr>
          </a:p>
          <a:p>
            <a:pPr indent="0" lvl="0" marL="0" rtl="0" algn="l">
              <a:lnSpc>
                <a:spcPct val="100000"/>
              </a:lnSpc>
              <a:spcBef>
                <a:spcPts val="0"/>
              </a:spcBef>
              <a:spcAft>
                <a:spcPts val="0"/>
              </a:spcAft>
              <a:buSzPts val="1100"/>
              <a:buNone/>
            </a:pPr>
            <a:r>
              <a:t/>
            </a:r>
            <a:endParaRPr sz="1250">
              <a:solidFill>
                <a:schemeClr val="dk1"/>
              </a:solidFill>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5" name="Shape 235"/>
        <p:cNvGrpSpPr/>
        <p:nvPr/>
      </p:nvGrpSpPr>
      <p:grpSpPr>
        <a:xfrm>
          <a:off x="0" y="0"/>
          <a:ext cx="0" cy="0"/>
          <a:chOff x="0" y="0"/>
          <a:chExt cx="0" cy="0"/>
        </a:xfrm>
      </p:grpSpPr>
      <p:sp>
        <p:nvSpPr>
          <p:cNvPr id="236" name="Google Shape;236;g3006347a72a_0_14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37" name="Google Shape;237;g3006347a72a_0_14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fr" sz="1250">
                <a:solidFill>
                  <a:schemeClr val="dk1"/>
                </a:solidFill>
              </a:rPr>
              <a:t>sur cette figure qui présente les différents composants de l’architecture de base d’un ASR</a:t>
            </a:r>
            <a:endParaRPr sz="1250">
              <a:solidFill>
                <a:schemeClr val="dk1"/>
              </a:solidFill>
            </a:endParaRPr>
          </a:p>
          <a:p>
            <a:pPr indent="0" lvl="0" marL="0" rtl="0" algn="l">
              <a:lnSpc>
                <a:spcPct val="100000"/>
              </a:lnSpc>
              <a:spcBef>
                <a:spcPts val="0"/>
              </a:spcBef>
              <a:spcAft>
                <a:spcPts val="0"/>
              </a:spcAft>
              <a:buSzPts val="1100"/>
              <a:buNone/>
            </a:pPr>
            <a:r>
              <a:rPr lang="fr" sz="1250">
                <a:solidFill>
                  <a:schemeClr val="dk1"/>
                </a:solidFill>
              </a:rPr>
              <a:t>nous avons :</a:t>
            </a:r>
            <a:endParaRPr sz="1250">
              <a:solidFill>
                <a:schemeClr val="dk1"/>
              </a:solidFill>
            </a:endParaRPr>
          </a:p>
          <a:p>
            <a:pPr indent="0" lvl="0" marL="0" rtl="0" algn="l">
              <a:lnSpc>
                <a:spcPct val="100000"/>
              </a:lnSpc>
              <a:spcBef>
                <a:spcPts val="0"/>
              </a:spcBef>
              <a:spcAft>
                <a:spcPts val="0"/>
              </a:spcAft>
              <a:buSzPts val="1100"/>
              <a:buNone/>
            </a:pPr>
            <a:r>
              <a:t/>
            </a:r>
            <a:endParaRPr sz="1250">
              <a:solidFill>
                <a:schemeClr val="dk1"/>
              </a:solidFill>
            </a:endParaRPr>
          </a:p>
          <a:p>
            <a:pPr indent="0" lvl="0" marL="0" rtl="0" algn="l">
              <a:lnSpc>
                <a:spcPct val="100000"/>
              </a:lnSpc>
              <a:spcBef>
                <a:spcPts val="0"/>
              </a:spcBef>
              <a:spcAft>
                <a:spcPts val="0"/>
              </a:spcAft>
              <a:buSzPts val="1100"/>
              <a:buNone/>
            </a:pPr>
            <a:r>
              <a:rPr b="1" lang="fr" sz="1250">
                <a:solidFill>
                  <a:schemeClr val="dk1"/>
                </a:solidFill>
              </a:rPr>
              <a:t>Frontal acoustique (Acoustic Front-end)</a:t>
            </a:r>
            <a:r>
              <a:rPr lang="fr" sz="1250">
                <a:solidFill>
                  <a:schemeClr val="dk1"/>
                </a:solidFill>
              </a:rPr>
              <a:t> : La frontale acoustique, est la première étape cruciale dans un système</a:t>
            </a:r>
            <a:endParaRPr sz="1250">
              <a:solidFill>
                <a:schemeClr val="dk1"/>
              </a:solidFill>
            </a:endParaRPr>
          </a:p>
          <a:p>
            <a:pPr indent="0" lvl="0" marL="0" rtl="0" algn="l">
              <a:lnSpc>
                <a:spcPct val="100000"/>
              </a:lnSpc>
              <a:spcBef>
                <a:spcPts val="0"/>
              </a:spcBef>
              <a:spcAft>
                <a:spcPts val="0"/>
              </a:spcAft>
              <a:buSzPts val="1100"/>
              <a:buNone/>
            </a:pPr>
            <a:r>
              <a:rPr lang="fr" sz="1250">
                <a:solidFill>
                  <a:schemeClr val="dk1"/>
                </a:solidFill>
              </a:rPr>
              <a:t>d’ASR. </a:t>
            </a:r>
            <a:endParaRPr sz="1250">
              <a:solidFill>
                <a:schemeClr val="dk1"/>
              </a:solidFill>
            </a:endParaRPr>
          </a:p>
          <a:p>
            <a:pPr indent="0" lvl="0" marL="0" rtl="0" algn="l">
              <a:lnSpc>
                <a:spcPct val="100000"/>
              </a:lnSpc>
              <a:spcBef>
                <a:spcPts val="0"/>
              </a:spcBef>
              <a:spcAft>
                <a:spcPts val="0"/>
              </a:spcAft>
              <a:buSzPts val="1100"/>
              <a:buNone/>
            </a:pPr>
            <a:r>
              <a:t/>
            </a:r>
            <a:endParaRPr sz="1250">
              <a:solidFill>
                <a:schemeClr val="dk1"/>
              </a:solidFill>
            </a:endParaRPr>
          </a:p>
          <a:p>
            <a:pPr indent="0" lvl="0" marL="0" rtl="0" algn="l">
              <a:lnSpc>
                <a:spcPct val="100000"/>
              </a:lnSpc>
              <a:spcBef>
                <a:spcPts val="0"/>
              </a:spcBef>
              <a:spcAft>
                <a:spcPts val="0"/>
              </a:spcAft>
              <a:buSzPts val="1100"/>
              <a:buNone/>
            </a:pPr>
            <a:r>
              <a:rPr b="1" lang="fr" sz="1250">
                <a:solidFill>
                  <a:schemeClr val="dk1"/>
                </a:solidFill>
              </a:rPr>
              <a:t>Le modèle acoustique</a:t>
            </a:r>
            <a:r>
              <a:rPr lang="fr" sz="1250">
                <a:solidFill>
                  <a:schemeClr val="dk1"/>
                </a:solidFill>
              </a:rPr>
              <a:t> est une sorte de dictionnaire statistique qui associe des sons  à des mots. </a:t>
            </a:r>
            <a:endParaRPr sz="1250">
              <a:solidFill>
                <a:schemeClr val="dk1"/>
              </a:solidFill>
            </a:endParaRPr>
          </a:p>
          <a:p>
            <a:pPr indent="0" lvl="0" marL="0" rtl="0" algn="l">
              <a:lnSpc>
                <a:spcPct val="100000"/>
              </a:lnSpc>
              <a:spcBef>
                <a:spcPts val="0"/>
              </a:spcBef>
              <a:spcAft>
                <a:spcPts val="0"/>
              </a:spcAft>
              <a:buSzPts val="1100"/>
              <a:buNone/>
            </a:pPr>
            <a:r>
              <a:t/>
            </a:r>
            <a:endParaRPr sz="1250">
              <a:solidFill>
                <a:schemeClr val="dk1"/>
              </a:solidFill>
            </a:endParaRPr>
          </a:p>
          <a:p>
            <a:pPr indent="0" lvl="0" marL="0" rtl="0" algn="l">
              <a:lnSpc>
                <a:spcPct val="100000"/>
              </a:lnSpc>
              <a:spcBef>
                <a:spcPts val="0"/>
              </a:spcBef>
              <a:spcAft>
                <a:spcPts val="0"/>
              </a:spcAft>
              <a:buSzPts val="1100"/>
              <a:buNone/>
            </a:pPr>
            <a:r>
              <a:rPr b="1" lang="fr" sz="1250">
                <a:solidFill>
                  <a:schemeClr val="dk1"/>
                </a:solidFill>
              </a:rPr>
              <a:t>Le modèle de langage</a:t>
            </a:r>
            <a:r>
              <a:rPr lang="fr" sz="1250">
                <a:solidFill>
                  <a:schemeClr val="dk1"/>
                </a:solidFill>
              </a:rPr>
              <a:t> est un modèle statistique qui prédit la probabilité P(W) d’une séquence de</a:t>
            </a:r>
            <a:endParaRPr sz="1250">
              <a:solidFill>
                <a:schemeClr val="dk1"/>
              </a:solidFill>
            </a:endParaRPr>
          </a:p>
          <a:p>
            <a:pPr indent="0" lvl="0" marL="0" rtl="0" algn="l">
              <a:lnSpc>
                <a:spcPct val="100000"/>
              </a:lnSpc>
              <a:spcBef>
                <a:spcPts val="0"/>
              </a:spcBef>
              <a:spcAft>
                <a:spcPts val="0"/>
              </a:spcAft>
              <a:buSzPts val="1100"/>
              <a:buNone/>
            </a:pPr>
            <a:r>
              <a:rPr lang="fr" sz="1250">
                <a:solidFill>
                  <a:schemeClr val="dk1"/>
                </a:solidFill>
              </a:rPr>
              <a:t>mots W. </a:t>
            </a:r>
            <a:endParaRPr sz="1250">
              <a:solidFill>
                <a:schemeClr val="dk1"/>
              </a:solidFill>
            </a:endParaRPr>
          </a:p>
          <a:p>
            <a:pPr indent="0" lvl="0" marL="0" rtl="0" algn="l">
              <a:lnSpc>
                <a:spcPct val="100000"/>
              </a:lnSpc>
              <a:spcBef>
                <a:spcPts val="0"/>
              </a:spcBef>
              <a:spcAft>
                <a:spcPts val="0"/>
              </a:spcAft>
              <a:buSzPts val="1100"/>
              <a:buNone/>
            </a:pPr>
            <a:r>
              <a:t/>
            </a:r>
            <a:endParaRPr sz="1250">
              <a:solidFill>
                <a:schemeClr val="dk1"/>
              </a:solidFill>
            </a:endParaRPr>
          </a:p>
          <a:p>
            <a:pPr indent="0" lvl="0" marL="0" rtl="0" algn="l">
              <a:lnSpc>
                <a:spcPct val="100000"/>
              </a:lnSpc>
              <a:spcBef>
                <a:spcPts val="0"/>
              </a:spcBef>
              <a:spcAft>
                <a:spcPts val="0"/>
              </a:spcAft>
              <a:buSzPts val="1100"/>
              <a:buNone/>
            </a:pPr>
            <a:r>
              <a:rPr b="1" lang="fr" sz="1250">
                <a:solidFill>
                  <a:schemeClr val="dk1"/>
                </a:solidFill>
              </a:rPr>
              <a:t>Recherche (Search) ou Décodage </a:t>
            </a:r>
            <a:r>
              <a:rPr lang="fr" sz="1250">
                <a:solidFill>
                  <a:schemeClr val="dk1"/>
                </a:solidFill>
              </a:rPr>
              <a:t>: Ce module combine les probabilités des modèles</a:t>
            </a:r>
            <a:endParaRPr sz="1250">
              <a:solidFill>
                <a:schemeClr val="dk1"/>
              </a:solidFill>
            </a:endParaRPr>
          </a:p>
          <a:p>
            <a:pPr indent="0" lvl="0" marL="0" rtl="0" algn="l">
              <a:lnSpc>
                <a:spcPct val="100000"/>
              </a:lnSpc>
              <a:spcBef>
                <a:spcPts val="0"/>
              </a:spcBef>
              <a:spcAft>
                <a:spcPts val="0"/>
              </a:spcAft>
              <a:buSzPts val="1100"/>
              <a:buNone/>
            </a:pPr>
            <a:r>
              <a:rPr lang="fr" sz="1250">
                <a:solidFill>
                  <a:schemeClr val="dk1"/>
                </a:solidFill>
              </a:rPr>
              <a:t>acoustique et de langue pour trouver la séquence de mots la plus probable à partir des observations acoustiques, produisant ainsi l’énoncé reconnu.</a:t>
            </a:r>
            <a:endParaRPr sz="1250">
              <a:solidFill>
                <a:schemeClr val="dk1"/>
              </a:solidFill>
            </a:endParaRPr>
          </a:p>
          <a:p>
            <a:pPr indent="0" lvl="0" marL="0" rtl="0" algn="l">
              <a:lnSpc>
                <a:spcPct val="100000"/>
              </a:lnSpc>
              <a:spcBef>
                <a:spcPts val="0"/>
              </a:spcBef>
              <a:spcAft>
                <a:spcPts val="0"/>
              </a:spcAft>
              <a:buSzPts val="1100"/>
              <a:buNone/>
            </a:pPr>
            <a:r>
              <a:rPr lang="fr" sz="1250">
                <a:solidFill>
                  <a:schemeClr val="dk1"/>
                </a:solidFill>
              </a:rPr>
              <a:t> </a:t>
            </a:r>
            <a:endParaRPr sz="1250">
              <a:solidFill>
                <a:schemeClr val="dk1"/>
              </a:solidFill>
            </a:endParaRPr>
          </a:p>
          <a:p>
            <a:pPr indent="0" lvl="0" marL="0" rtl="0" algn="l">
              <a:lnSpc>
                <a:spcPct val="100000"/>
              </a:lnSpc>
              <a:spcBef>
                <a:spcPts val="0"/>
              </a:spcBef>
              <a:spcAft>
                <a:spcPts val="0"/>
              </a:spcAft>
              <a:buSzPts val="1100"/>
              <a:buNone/>
            </a:pPr>
            <a:r>
              <a:t/>
            </a:r>
            <a:endParaRPr sz="1250">
              <a:solidFill>
                <a:schemeClr val="dk1"/>
              </a:solidFill>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 name="Shape 245"/>
        <p:cNvGrpSpPr/>
        <p:nvPr/>
      </p:nvGrpSpPr>
      <p:grpSpPr>
        <a:xfrm>
          <a:off x="0" y="0"/>
          <a:ext cx="0" cy="0"/>
          <a:chOff x="0" y="0"/>
          <a:chExt cx="0" cy="0"/>
        </a:xfrm>
      </p:grpSpPr>
      <p:sp>
        <p:nvSpPr>
          <p:cNvPr id="246" name="Google Shape;246;g71ac2c4415cd17ca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47" name="Google Shape;247;g71ac2c4415cd17ca_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6" name="Shape 256"/>
        <p:cNvGrpSpPr/>
        <p:nvPr/>
      </p:nvGrpSpPr>
      <p:grpSpPr>
        <a:xfrm>
          <a:off x="0" y="0"/>
          <a:ext cx="0" cy="0"/>
          <a:chOff x="0" y="0"/>
          <a:chExt cx="0" cy="0"/>
        </a:xfrm>
      </p:grpSpPr>
      <p:sp>
        <p:nvSpPr>
          <p:cNvPr id="257" name="Google Shape;257;g71ac2c4415cd17ca_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58" name="Google Shape;258;g71ac2c4415cd17ca_9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4" name="Shape 294"/>
        <p:cNvGrpSpPr/>
        <p:nvPr/>
      </p:nvGrpSpPr>
      <p:grpSpPr>
        <a:xfrm>
          <a:off x="0" y="0"/>
          <a:ext cx="0" cy="0"/>
          <a:chOff x="0" y="0"/>
          <a:chExt cx="0" cy="0"/>
        </a:xfrm>
      </p:grpSpPr>
      <p:sp>
        <p:nvSpPr>
          <p:cNvPr id="295" name="Google Shape;295;g3006347a72a_0_15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96" name="Google Shape;296;g3006347a72a_0_15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lang="fr" sz="1250">
                <a:solidFill>
                  <a:schemeClr val="dk1"/>
                </a:solidFill>
              </a:rPr>
              <a:t>Un GNN est un réseau de neurones adapté pour la manipulation des</a:t>
            </a:r>
            <a:endParaRPr sz="1250">
              <a:solidFill>
                <a:schemeClr val="dk1"/>
              </a:solidFill>
            </a:endParaRPr>
          </a:p>
          <a:p>
            <a:pPr indent="0" lvl="0" marL="0" rtl="0" algn="l">
              <a:lnSpc>
                <a:spcPct val="100000"/>
              </a:lnSpc>
              <a:spcBef>
                <a:spcPts val="0"/>
              </a:spcBef>
              <a:spcAft>
                <a:spcPts val="0"/>
              </a:spcAft>
              <a:buClr>
                <a:schemeClr val="dk1"/>
              </a:buClr>
              <a:buSzPts val="1100"/>
              <a:buFont typeface="Arial"/>
              <a:buNone/>
            </a:pPr>
            <a:r>
              <a:rPr lang="fr" sz="1250">
                <a:solidFill>
                  <a:schemeClr val="dk1"/>
                </a:solidFill>
              </a:rPr>
              <a:t>données structurées sous forme de graphes.</a:t>
            </a:r>
            <a:endParaRPr sz="1250">
              <a:solidFill>
                <a:schemeClr val="dk1"/>
              </a:solidFill>
            </a:endParaRPr>
          </a:p>
          <a:p>
            <a:pPr indent="0" lvl="0" marL="0" rtl="0" algn="l">
              <a:lnSpc>
                <a:spcPct val="100000"/>
              </a:lnSpc>
              <a:spcBef>
                <a:spcPts val="0"/>
              </a:spcBef>
              <a:spcAft>
                <a:spcPts val="0"/>
              </a:spcAft>
              <a:buSzPts val="1100"/>
              <a:buNone/>
            </a:pPr>
            <a:r>
              <a:t/>
            </a:r>
            <a:endParaRPr sz="1250">
              <a:solidFill>
                <a:schemeClr val="dk1"/>
              </a:solidFill>
            </a:endParaRPr>
          </a:p>
          <a:p>
            <a:pPr indent="0" lvl="0" marL="0" rtl="0" algn="l">
              <a:lnSpc>
                <a:spcPct val="100000"/>
              </a:lnSpc>
              <a:spcBef>
                <a:spcPts val="0"/>
              </a:spcBef>
              <a:spcAft>
                <a:spcPts val="0"/>
              </a:spcAft>
              <a:buSzPts val="1100"/>
              <a:buNone/>
            </a:pPr>
            <a:r>
              <a:rPr lang="fr" sz="1250">
                <a:solidFill>
                  <a:schemeClr val="dk1"/>
                </a:solidFill>
              </a:rPr>
              <a:t>Un graphe est un ensemble de nœuds ou sommets interconnectés pars des de liens ou arêtes. </a:t>
            </a:r>
            <a:endParaRPr sz="1250">
              <a:solidFill>
                <a:schemeClr val="dk1"/>
              </a:solidFill>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3" name="Shape 303"/>
        <p:cNvGrpSpPr/>
        <p:nvPr/>
      </p:nvGrpSpPr>
      <p:grpSpPr>
        <a:xfrm>
          <a:off x="0" y="0"/>
          <a:ext cx="0" cy="0"/>
          <a:chOff x="0" y="0"/>
          <a:chExt cx="0" cy="0"/>
        </a:xfrm>
      </p:grpSpPr>
      <p:sp>
        <p:nvSpPr>
          <p:cNvPr id="304" name="Google Shape;304;g3006347a72a_0_16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05" name="Google Shape;305;g3006347a72a_0_16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fr" sz="1250">
                <a:solidFill>
                  <a:schemeClr val="dk1"/>
                </a:solidFill>
              </a:rPr>
              <a:t>Cette image est une illustration de l’architecture de base d’un GNN.</a:t>
            </a:r>
            <a:endParaRPr sz="1250">
              <a:solidFill>
                <a:schemeClr val="dk1"/>
              </a:solidFill>
            </a:endParaRPr>
          </a:p>
          <a:p>
            <a:pPr indent="-307975" lvl="0" marL="457200" rtl="0" algn="l">
              <a:lnSpc>
                <a:spcPct val="100000"/>
              </a:lnSpc>
              <a:spcBef>
                <a:spcPts val="0"/>
              </a:spcBef>
              <a:spcAft>
                <a:spcPts val="0"/>
              </a:spcAft>
              <a:buClr>
                <a:schemeClr val="dk1"/>
              </a:buClr>
              <a:buSzPts val="1250"/>
              <a:buChar char="●"/>
            </a:pPr>
            <a:r>
              <a:rPr lang="fr" sz="1250">
                <a:solidFill>
                  <a:schemeClr val="dk1"/>
                </a:solidFill>
              </a:rPr>
              <a:t>Il prend en entrée un graphe </a:t>
            </a:r>
            <a:endParaRPr sz="1250">
              <a:solidFill>
                <a:schemeClr val="dk1"/>
              </a:solidFill>
            </a:endParaRPr>
          </a:p>
          <a:p>
            <a:pPr indent="-307975" lvl="0" marL="457200" rtl="0" algn="l">
              <a:lnSpc>
                <a:spcPct val="100000"/>
              </a:lnSpc>
              <a:spcBef>
                <a:spcPts val="0"/>
              </a:spcBef>
              <a:spcAft>
                <a:spcPts val="0"/>
              </a:spcAft>
              <a:buClr>
                <a:schemeClr val="dk1"/>
              </a:buClr>
              <a:buSzPts val="1250"/>
              <a:buChar char="●"/>
            </a:pPr>
            <a:r>
              <a:rPr lang="fr" sz="1250">
                <a:solidFill>
                  <a:schemeClr val="dk1"/>
                </a:solidFill>
              </a:rPr>
              <a:t>Grâce au mécanisme de Passage de Message, chaque noeud va mettre à jour son vecteur caractéristique en fonction de son voisinage</a:t>
            </a:r>
            <a:endParaRPr sz="1250">
              <a:solidFill>
                <a:schemeClr val="dk1"/>
              </a:solidFill>
            </a:endParaRPr>
          </a:p>
          <a:p>
            <a:pPr indent="-307975" lvl="0" marL="457200" rtl="0" algn="l">
              <a:lnSpc>
                <a:spcPct val="100000"/>
              </a:lnSpc>
              <a:spcBef>
                <a:spcPts val="0"/>
              </a:spcBef>
              <a:spcAft>
                <a:spcPts val="0"/>
              </a:spcAft>
              <a:buClr>
                <a:schemeClr val="dk1"/>
              </a:buClr>
              <a:buSzPts val="1250"/>
              <a:buChar char="●"/>
            </a:pPr>
            <a:r>
              <a:rPr lang="fr" sz="1250">
                <a:solidFill>
                  <a:schemeClr val="dk1"/>
                </a:solidFill>
              </a:rPr>
              <a:t>Un fois les informations agrégées elles sont passée en un réseau de neurone et l'application d'une fonction d'activation permet de produire une nouvelle représentation qu'on appel embedding</a:t>
            </a:r>
            <a:endParaRPr sz="1250">
              <a:solidFill>
                <a:schemeClr val="dk1"/>
              </a:solidFill>
            </a:endParaRPr>
          </a:p>
          <a:p>
            <a:pPr indent="0" lvl="0" marL="457200" rtl="0" algn="l">
              <a:lnSpc>
                <a:spcPct val="100000"/>
              </a:lnSpc>
              <a:spcBef>
                <a:spcPts val="0"/>
              </a:spcBef>
              <a:spcAft>
                <a:spcPts val="0"/>
              </a:spcAft>
              <a:buSzPts val="1100"/>
              <a:buNone/>
            </a:pPr>
            <a:r>
              <a:t/>
            </a:r>
            <a:endParaRPr sz="1250">
              <a:solidFill>
                <a:schemeClr val="dk1"/>
              </a:solidFill>
            </a:endParaRPr>
          </a:p>
          <a:p>
            <a:pPr indent="0" lvl="0" marL="457200" rtl="0" algn="l">
              <a:lnSpc>
                <a:spcPct val="100000"/>
              </a:lnSpc>
              <a:spcBef>
                <a:spcPts val="0"/>
              </a:spcBef>
              <a:spcAft>
                <a:spcPts val="0"/>
              </a:spcAft>
              <a:buSzPts val="1100"/>
              <a:buNone/>
            </a:pPr>
            <a:r>
              <a:t/>
            </a:r>
            <a:endParaRPr sz="1250">
              <a:solidFill>
                <a:schemeClr val="dk1"/>
              </a:solidFill>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2" name="Shape 312"/>
        <p:cNvGrpSpPr/>
        <p:nvPr/>
      </p:nvGrpSpPr>
      <p:grpSpPr>
        <a:xfrm>
          <a:off x="0" y="0"/>
          <a:ext cx="0" cy="0"/>
          <a:chOff x="0" y="0"/>
          <a:chExt cx="0" cy="0"/>
        </a:xfrm>
      </p:grpSpPr>
      <p:sp>
        <p:nvSpPr>
          <p:cNvPr id="313" name="Google Shape;313;g3006347a72a_0_17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14" name="Google Shape;314;g3006347a72a_0_17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sz="1250">
              <a:solidFill>
                <a:schemeClr val="dk1"/>
              </a:solidFill>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0" name="Shape 320"/>
        <p:cNvGrpSpPr/>
        <p:nvPr/>
      </p:nvGrpSpPr>
      <p:grpSpPr>
        <a:xfrm>
          <a:off x="0" y="0"/>
          <a:ext cx="0" cy="0"/>
          <a:chOff x="0" y="0"/>
          <a:chExt cx="0" cy="0"/>
        </a:xfrm>
      </p:grpSpPr>
      <p:sp>
        <p:nvSpPr>
          <p:cNvPr id="321" name="Google Shape;321;g3006347a72a_0_18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22" name="Google Shape;322;g3006347a72a_0_18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lang="fr" sz="1200">
                <a:solidFill>
                  <a:schemeClr val="dk1"/>
                </a:solidFill>
                <a:extLst>
                  <a:ext uri="http://customooxmlschemas.google.com/">
                    <go:slidesCustomData xmlns:go="http://customooxmlschemas.google.com/" textRoundtripDataId="14"/>
                  </a:ext>
                </a:extLst>
              </a:rPr>
              <a:t>La langue yemba est parle dans la région de l’ouest Cameroun département de la Menoua</a:t>
            </a:r>
            <a:r>
              <a:rPr lang="fr" sz="1200">
                <a:solidFill>
                  <a:schemeClr val="dk1"/>
                </a:solidFill>
              </a:rPr>
              <a:t> et </a:t>
            </a:r>
            <a:r>
              <a:rPr lang="fr" sz="1250">
                <a:solidFill>
                  <a:schemeClr val="dk1"/>
                </a:solidFill>
              </a:rPr>
              <a:t> répartie en cinq aires linguistiques  :</a:t>
            </a:r>
            <a:endParaRPr sz="1250">
              <a:solidFill>
                <a:schemeClr val="dk1"/>
              </a:solidFill>
            </a:endParaRPr>
          </a:p>
          <a:p>
            <a:pPr indent="0" lvl="0" marL="0" rtl="0" algn="l">
              <a:lnSpc>
                <a:spcPct val="100000"/>
              </a:lnSpc>
              <a:spcBef>
                <a:spcPts val="0"/>
              </a:spcBef>
              <a:spcAft>
                <a:spcPts val="0"/>
              </a:spcAft>
              <a:buClr>
                <a:schemeClr val="dk1"/>
              </a:buClr>
              <a:buSzPts val="1100"/>
              <a:buFont typeface="Arial"/>
              <a:buNone/>
            </a:pPr>
            <a:r>
              <a:rPr lang="fr" sz="1250">
                <a:solidFill>
                  <a:schemeClr val="dk1"/>
                </a:solidFill>
              </a:rPr>
              <a:t>➔ Yemba central : Foto, Foréké, Fongo-Tongo, Fongo Ndeng, Fossong Eleleng, Fotetsa, Fo-</a:t>
            </a:r>
            <a:endParaRPr sz="1250">
              <a:solidFill>
                <a:schemeClr val="dk1"/>
              </a:solidFill>
            </a:endParaRPr>
          </a:p>
          <a:p>
            <a:pPr indent="0" lvl="0" marL="0" rtl="0" algn="l">
              <a:lnSpc>
                <a:spcPct val="100000"/>
              </a:lnSpc>
              <a:spcBef>
                <a:spcPts val="0"/>
              </a:spcBef>
              <a:spcAft>
                <a:spcPts val="0"/>
              </a:spcAft>
              <a:buClr>
                <a:schemeClr val="dk1"/>
              </a:buClr>
              <a:buSzPts val="1100"/>
              <a:buFont typeface="Arial"/>
              <a:buNone/>
            </a:pPr>
            <a:r>
              <a:rPr lang="fr" sz="1250">
                <a:solidFill>
                  <a:schemeClr val="dk1"/>
                </a:solidFill>
              </a:rPr>
              <a:t>teumena et Fokoué</a:t>
            </a:r>
            <a:endParaRPr sz="1250">
              <a:solidFill>
                <a:schemeClr val="dk1"/>
              </a:solidFill>
            </a:endParaRPr>
          </a:p>
          <a:p>
            <a:pPr indent="0" lvl="0" marL="0" rtl="0" algn="l">
              <a:lnSpc>
                <a:spcPct val="100000"/>
              </a:lnSpc>
              <a:spcBef>
                <a:spcPts val="0"/>
              </a:spcBef>
              <a:spcAft>
                <a:spcPts val="0"/>
              </a:spcAft>
              <a:buClr>
                <a:schemeClr val="dk1"/>
              </a:buClr>
              <a:buSzPts val="1100"/>
              <a:buFont typeface="Arial"/>
              <a:buNone/>
            </a:pPr>
            <a:r>
              <a:rPr lang="fr" sz="1250">
                <a:solidFill>
                  <a:schemeClr val="dk1"/>
                </a:solidFill>
              </a:rPr>
              <a:t>➔ Yemba Est : Bafou, Baleveng, Bamendou</a:t>
            </a:r>
            <a:endParaRPr sz="1250">
              <a:solidFill>
                <a:schemeClr val="dk1"/>
              </a:solidFill>
            </a:endParaRPr>
          </a:p>
          <a:p>
            <a:pPr indent="0" lvl="0" marL="0" rtl="0" algn="l">
              <a:lnSpc>
                <a:spcPct val="100000"/>
              </a:lnSpc>
              <a:spcBef>
                <a:spcPts val="0"/>
              </a:spcBef>
              <a:spcAft>
                <a:spcPts val="0"/>
              </a:spcAft>
              <a:buClr>
                <a:schemeClr val="dk1"/>
              </a:buClr>
              <a:buSzPts val="1100"/>
              <a:buFont typeface="Arial"/>
              <a:buNone/>
            </a:pPr>
            <a:r>
              <a:rPr lang="fr" sz="1250">
                <a:solidFill>
                  <a:schemeClr val="dk1"/>
                </a:solidFill>
              </a:rPr>
              <a:t>➔ Yemba Ouest : Fossong Wecheng, Fondonerra, Fombap, Fontsa Toula</a:t>
            </a:r>
            <a:endParaRPr sz="1250">
              <a:solidFill>
                <a:schemeClr val="dk1"/>
              </a:solidFill>
            </a:endParaRPr>
          </a:p>
          <a:p>
            <a:pPr indent="0" lvl="0" marL="0" rtl="0" algn="l">
              <a:lnSpc>
                <a:spcPct val="100000"/>
              </a:lnSpc>
              <a:spcBef>
                <a:spcPts val="0"/>
              </a:spcBef>
              <a:spcAft>
                <a:spcPts val="0"/>
              </a:spcAft>
              <a:buClr>
                <a:schemeClr val="dk1"/>
              </a:buClr>
              <a:buSzPts val="1100"/>
              <a:buFont typeface="Arial"/>
              <a:buNone/>
            </a:pPr>
            <a:r>
              <a:rPr lang="fr" sz="1250">
                <a:solidFill>
                  <a:schemeClr val="dk1"/>
                </a:solidFill>
              </a:rPr>
              <a:t>➔ Yemba Sud : Fomopea</a:t>
            </a:r>
            <a:endParaRPr sz="1250">
              <a:solidFill>
                <a:schemeClr val="dk1"/>
              </a:solidFill>
            </a:endParaRPr>
          </a:p>
          <a:p>
            <a:pPr indent="0" lvl="0" marL="0" rtl="0" algn="l">
              <a:lnSpc>
                <a:spcPct val="100000"/>
              </a:lnSpc>
              <a:spcBef>
                <a:spcPts val="0"/>
              </a:spcBef>
              <a:spcAft>
                <a:spcPts val="0"/>
              </a:spcAft>
              <a:buClr>
                <a:schemeClr val="dk1"/>
              </a:buClr>
              <a:buSzPts val="1100"/>
              <a:buFont typeface="Arial"/>
              <a:buNone/>
            </a:pPr>
            <a:r>
              <a:rPr lang="fr" sz="1250">
                <a:solidFill>
                  <a:schemeClr val="dk1"/>
                </a:solidFill>
              </a:rPr>
              <a:t>➔ Yemba SuD-Est : Baloum</a:t>
            </a:r>
            <a:endParaRPr sz="1250">
              <a:solidFill>
                <a:schemeClr val="dk1"/>
              </a:solidFill>
            </a:endParaRPr>
          </a:p>
          <a:p>
            <a:pPr indent="0" lvl="0" marL="0" rtl="0" algn="l">
              <a:lnSpc>
                <a:spcPct val="100000"/>
              </a:lnSpc>
              <a:spcBef>
                <a:spcPts val="0"/>
              </a:spcBef>
              <a:spcAft>
                <a:spcPts val="0"/>
              </a:spcAft>
              <a:buSzPts val="1100"/>
              <a:buNone/>
            </a:pPr>
            <a:r>
              <a:t/>
            </a:r>
            <a:endParaRPr sz="1250">
              <a:solidFill>
                <a:schemeClr val="dk1"/>
              </a:solidFill>
            </a:endParaRPr>
          </a:p>
          <a:p>
            <a:pPr indent="0" lvl="0" marL="0" rtl="0" algn="l">
              <a:lnSpc>
                <a:spcPct val="100000"/>
              </a:lnSpc>
              <a:spcBef>
                <a:spcPts val="0"/>
              </a:spcBef>
              <a:spcAft>
                <a:spcPts val="0"/>
              </a:spcAft>
              <a:buSzPts val="1100"/>
              <a:buNone/>
            </a:pPr>
            <a:r>
              <a:rPr lang="fr" sz="1250">
                <a:solidFill>
                  <a:schemeClr val="dk1"/>
                </a:solidFill>
              </a:rPr>
              <a:t>Notons que Chacune de ces régions présente des variations linguistiques au niveau des tons, bien que</a:t>
            </a:r>
            <a:endParaRPr sz="1250">
              <a:solidFill>
                <a:schemeClr val="dk1"/>
              </a:solidFill>
            </a:endParaRPr>
          </a:p>
          <a:p>
            <a:pPr indent="0" lvl="0" marL="0" rtl="0" algn="l">
              <a:lnSpc>
                <a:spcPct val="100000"/>
              </a:lnSpc>
              <a:spcBef>
                <a:spcPts val="0"/>
              </a:spcBef>
              <a:spcAft>
                <a:spcPts val="0"/>
              </a:spcAft>
              <a:buClr>
                <a:schemeClr val="dk1"/>
              </a:buClr>
              <a:buSzPts val="1100"/>
              <a:buFont typeface="Arial"/>
              <a:buNone/>
            </a:pPr>
            <a:r>
              <a:rPr lang="fr" sz="1250">
                <a:solidFill>
                  <a:schemeClr val="dk1"/>
                </a:solidFill>
              </a:rPr>
              <a:t>les différences à l’intérieur de chaque aire soient minimes.</a:t>
            </a:r>
            <a:endParaRPr sz="1250">
              <a:solidFill>
                <a:schemeClr val="dk1"/>
              </a:solidFill>
            </a:endParaRPr>
          </a:p>
          <a:p>
            <a:pPr indent="0" lvl="0" marL="0" rtl="0" algn="l">
              <a:lnSpc>
                <a:spcPct val="100000"/>
              </a:lnSpc>
              <a:spcBef>
                <a:spcPts val="0"/>
              </a:spcBef>
              <a:spcAft>
                <a:spcPts val="0"/>
              </a:spcAft>
              <a:buSzPts val="1100"/>
              <a:buNone/>
            </a:pPr>
            <a:r>
              <a:t/>
            </a:r>
            <a:endParaRPr sz="1250">
              <a:solidFill>
                <a:schemeClr val="dk1"/>
              </a:solidFill>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9" name="Shape 329"/>
        <p:cNvGrpSpPr/>
        <p:nvPr/>
      </p:nvGrpSpPr>
      <p:grpSpPr>
        <a:xfrm>
          <a:off x="0" y="0"/>
          <a:ext cx="0" cy="0"/>
          <a:chOff x="0" y="0"/>
          <a:chExt cx="0" cy="0"/>
        </a:xfrm>
      </p:grpSpPr>
      <p:sp>
        <p:nvSpPr>
          <p:cNvPr id="330" name="Google Shape;330;g3006347a72a_0_19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31" name="Google Shape;331;g3006347a72a_0_19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fr" sz="1250">
                <a:solidFill>
                  <a:schemeClr val="dk1"/>
                </a:solidFill>
              </a:rPr>
              <a:t>Les caractéristiques linguistiques de la langue yemba comprennent un petit alphabet et un système tonal distinctif. il est constitué de trois tons :ton bas, ton haut et  ton moyen </a:t>
            </a:r>
            <a:endParaRPr sz="1250">
              <a:solidFill>
                <a:schemeClr val="dk1"/>
              </a:solidFill>
            </a:endParaRPr>
          </a:p>
          <a:p>
            <a:pPr indent="0" lvl="0" marL="0" rtl="0" algn="l">
              <a:lnSpc>
                <a:spcPct val="100000"/>
              </a:lnSpc>
              <a:spcBef>
                <a:spcPts val="0"/>
              </a:spcBef>
              <a:spcAft>
                <a:spcPts val="0"/>
              </a:spcAft>
              <a:buSzPts val="1100"/>
              <a:buNone/>
            </a:pPr>
            <a:r>
              <a:rPr lang="fr" sz="1250">
                <a:solidFill>
                  <a:schemeClr val="dk1"/>
                </a:solidFill>
              </a:rPr>
              <a:t>Par exemple ton bas: Apa ⇒ le sac</a:t>
            </a:r>
            <a:endParaRPr sz="1250">
              <a:solidFill>
                <a:schemeClr val="dk1"/>
              </a:solidFill>
            </a:endParaRPr>
          </a:p>
          <a:p>
            <a:pPr indent="0" lvl="0" marL="0" rtl="0" algn="l">
              <a:lnSpc>
                <a:spcPct val="100000"/>
              </a:lnSpc>
              <a:spcBef>
                <a:spcPts val="0"/>
              </a:spcBef>
              <a:spcAft>
                <a:spcPts val="0"/>
              </a:spcAft>
              <a:buSzPts val="1100"/>
              <a:buNone/>
            </a:pPr>
            <a:r>
              <a:rPr lang="fr" sz="1250">
                <a:solidFill>
                  <a:schemeClr val="dk1"/>
                </a:solidFill>
              </a:rPr>
              <a:t>		ton haut Apa ⇒ le taro</a:t>
            </a:r>
            <a:endParaRPr sz="1250">
              <a:solidFill>
                <a:schemeClr val="dk1"/>
              </a:solidFill>
            </a:endParaRPr>
          </a:p>
          <a:p>
            <a:pPr indent="0" lvl="0" marL="0" rtl="0" algn="l">
              <a:lnSpc>
                <a:spcPct val="100000"/>
              </a:lnSpc>
              <a:spcBef>
                <a:spcPts val="0"/>
              </a:spcBef>
              <a:spcAft>
                <a:spcPts val="0"/>
              </a:spcAft>
              <a:buSzPts val="1100"/>
              <a:buNone/>
            </a:pPr>
            <a:r>
              <a:rPr lang="fr" sz="1250">
                <a:solidFill>
                  <a:schemeClr val="dk1"/>
                </a:solidFill>
              </a:rPr>
              <a:t>		ton moyen Apa ⇒ battant de la porte</a:t>
            </a:r>
            <a:endParaRPr sz="1250">
              <a:solidFill>
                <a:schemeClr val="dk1"/>
              </a:solidFill>
            </a:endParaRPr>
          </a:p>
          <a:p>
            <a:pPr indent="0" lvl="0" marL="0" rtl="0" algn="l">
              <a:lnSpc>
                <a:spcPct val="100000"/>
              </a:lnSpc>
              <a:spcBef>
                <a:spcPts val="0"/>
              </a:spcBef>
              <a:spcAft>
                <a:spcPts val="0"/>
              </a:spcAft>
              <a:buSzPts val="1100"/>
              <a:buNone/>
            </a:pPr>
            <a:r>
              <a:t/>
            </a:r>
            <a:endParaRPr sz="1250">
              <a:solidFill>
                <a:schemeClr val="dk1"/>
              </a:solidFill>
            </a:endParaRPr>
          </a:p>
          <a:p>
            <a:pPr indent="0" lvl="0" marL="0" rtl="0" algn="l">
              <a:lnSpc>
                <a:spcPct val="100000"/>
              </a:lnSpc>
              <a:spcBef>
                <a:spcPts val="0"/>
              </a:spcBef>
              <a:spcAft>
                <a:spcPts val="0"/>
              </a:spcAft>
              <a:buClr>
                <a:schemeClr val="dk1"/>
              </a:buClr>
              <a:buSzPts val="1100"/>
              <a:buFont typeface="Arial"/>
              <a:buNone/>
            </a:pPr>
            <a:r>
              <a:rPr lang="fr" sz="1250">
                <a:solidFill>
                  <a:schemeClr val="dk1"/>
                </a:solidFill>
              </a:rPr>
              <a:t>les différentes approches d’asr sont : HMM-GMM, CNN, SVM</a:t>
            </a:r>
            <a:endParaRPr sz="1250">
              <a:solidFill>
                <a:schemeClr val="dk1"/>
              </a:solidFill>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6" name="Shape 346"/>
        <p:cNvGrpSpPr/>
        <p:nvPr/>
      </p:nvGrpSpPr>
      <p:grpSpPr>
        <a:xfrm>
          <a:off x="0" y="0"/>
          <a:ext cx="0" cy="0"/>
          <a:chOff x="0" y="0"/>
          <a:chExt cx="0" cy="0"/>
        </a:xfrm>
      </p:grpSpPr>
      <p:sp>
        <p:nvSpPr>
          <p:cNvPr id="347" name="Google Shape;347;g3006347a72a_0_8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48" name="Google Shape;348;g3006347a72a_0_8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lang="fr" sz="1250">
                <a:solidFill>
                  <a:schemeClr val="dk1"/>
                </a:solidFill>
              </a:rPr>
              <a:t>Un HMM est un modèle probabiliste qui représente</a:t>
            </a:r>
            <a:endParaRPr sz="1250">
              <a:solidFill>
                <a:schemeClr val="dk1"/>
              </a:solidFill>
            </a:endParaRPr>
          </a:p>
          <a:p>
            <a:pPr indent="0" lvl="0" marL="0" rtl="0" algn="l">
              <a:lnSpc>
                <a:spcPct val="100000"/>
              </a:lnSpc>
              <a:spcBef>
                <a:spcPts val="0"/>
              </a:spcBef>
              <a:spcAft>
                <a:spcPts val="0"/>
              </a:spcAft>
              <a:buClr>
                <a:schemeClr val="dk1"/>
              </a:buClr>
              <a:buSzPts val="1100"/>
              <a:buFont typeface="Arial"/>
              <a:buNone/>
            </a:pPr>
            <a:r>
              <a:rPr lang="fr" sz="1250">
                <a:solidFill>
                  <a:schemeClr val="dk1"/>
                </a:solidFill>
              </a:rPr>
              <a:t>le signal vocal comme une séquence de vecteurs de caractéristiques acoustiques, chacun étant</a:t>
            </a:r>
            <a:endParaRPr sz="1250">
              <a:solidFill>
                <a:schemeClr val="dk1"/>
              </a:solidFill>
            </a:endParaRPr>
          </a:p>
          <a:p>
            <a:pPr indent="0" lvl="0" marL="0" rtl="0" algn="l">
              <a:lnSpc>
                <a:spcPct val="100000"/>
              </a:lnSpc>
              <a:spcBef>
                <a:spcPts val="0"/>
              </a:spcBef>
              <a:spcAft>
                <a:spcPts val="0"/>
              </a:spcAft>
              <a:buClr>
                <a:schemeClr val="dk1"/>
              </a:buClr>
              <a:buSzPts val="1100"/>
              <a:buFont typeface="Arial"/>
              <a:buNone/>
            </a:pPr>
            <a:r>
              <a:rPr lang="fr" sz="1250">
                <a:solidFill>
                  <a:schemeClr val="dk1"/>
                </a:solidFill>
              </a:rPr>
              <a:t>associé à un état.</a:t>
            </a:r>
            <a:endParaRPr sz="1250">
              <a:solidFill>
                <a:schemeClr val="dk1"/>
              </a:solidFill>
            </a:endParaRPr>
          </a:p>
          <a:p>
            <a:pPr indent="0" lvl="0" marL="0" rtl="0" algn="l">
              <a:lnSpc>
                <a:spcPct val="100000"/>
              </a:lnSpc>
              <a:spcBef>
                <a:spcPts val="0"/>
              </a:spcBef>
              <a:spcAft>
                <a:spcPts val="0"/>
              </a:spcAft>
              <a:buClr>
                <a:schemeClr val="dk1"/>
              </a:buClr>
              <a:buSzPts val="1100"/>
              <a:buFont typeface="Arial"/>
              <a:buNone/>
            </a:pPr>
            <a:r>
              <a:t/>
            </a:r>
            <a:endParaRPr sz="1250">
              <a:solidFill>
                <a:schemeClr val="dk1"/>
              </a:solidFill>
            </a:endParaRPr>
          </a:p>
          <a:p>
            <a:pPr indent="0" lvl="0" marL="0" rtl="0" algn="l">
              <a:lnSpc>
                <a:spcPct val="100000"/>
              </a:lnSpc>
              <a:spcBef>
                <a:spcPts val="0"/>
              </a:spcBef>
              <a:spcAft>
                <a:spcPts val="0"/>
              </a:spcAft>
              <a:buClr>
                <a:schemeClr val="dk1"/>
              </a:buClr>
              <a:buSzPts val="1100"/>
              <a:buFont typeface="Arial"/>
              <a:buNone/>
            </a:pPr>
            <a:r>
              <a:rPr lang="fr" sz="1250">
                <a:solidFill>
                  <a:schemeClr val="dk1"/>
                </a:solidFill>
              </a:rPr>
              <a:t>Les modèles de mélanges gaussiens (GMM), quant à eux, sont utilisés pour</a:t>
            </a:r>
            <a:endParaRPr sz="1250">
              <a:solidFill>
                <a:schemeClr val="dk1"/>
              </a:solidFill>
            </a:endParaRPr>
          </a:p>
          <a:p>
            <a:pPr indent="0" lvl="0" marL="0" rtl="0" algn="l">
              <a:lnSpc>
                <a:spcPct val="100000"/>
              </a:lnSpc>
              <a:spcBef>
                <a:spcPts val="0"/>
              </a:spcBef>
              <a:spcAft>
                <a:spcPts val="0"/>
              </a:spcAft>
              <a:buClr>
                <a:schemeClr val="dk1"/>
              </a:buClr>
              <a:buSzPts val="1100"/>
              <a:buFont typeface="Arial"/>
              <a:buNone/>
            </a:pPr>
            <a:r>
              <a:rPr lang="fr" sz="1250">
                <a:solidFill>
                  <a:schemeClr val="dk1"/>
                </a:solidFill>
              </a:rPr>
              <a:t>modéliser la distribution des observations acoustiques dans chaque état.</a:t>
            </a:r>
            <a:endParaRPr sz="1250">
              <a:solidFill>
                <a:schemeClr val="dk1"/>
              </a:solidFill>
            </a:endParaRPr>
          </a:p>
          <a:p>
            <a:pPr indent="0" lvl="0" marL="0" marR="0" rtl="0" algn="l">
              <a:lnSpc>
                <a:spcPct val="100000"/>
              </a:lnSpc>
              <a:spcBef>
                <a:spcPts val="0"/>
              </a:spcBef>
              <a:spcAft>
                <a:spcPts val="0"/>
              </a:spcAft>
              <a:buSzPts val="1100"/>
              <a:buNone/>
            </a:pPr>
            <a:r>
              <a:t/>
            </a:r>
            <a:endParaRPr sz="1250">
              <a:solidFill>
                <a:schemeClr val="dk1"/>
              </a:solidFill>
            </a:endParaRPr>
          </a:p>
          <a:p>
            <a:pPr indent="0" lvl="0" marL="0" marR="0" rtl="0" algn="l">
              <a:lnSpc>
                <a:spcPct val="100000"/>
              </a:lnSpc>
              <a:spcBef>
                <a:spcPts val="0"/>
              </a:spcBef>
              <a:spcAft>
                <a:spcPts val="0"/>
              </a:spcAft>
              <a:buSzPts val="1100"/>
              <a:buNone/>
            </a:pPr>
            <a:r>
              <a:rPr lang="fr" sz="1250">
                <a:solidFill>
                  <a:schemeClr val="dk1"/>
                </a:solidFill>
              </a:rPr>
              <a:t>L’entraînement des modèles HMM-GMM se fait généralement via l’algorithme Expectation-Maximization (EM) pour estimer les paramètres du modèle à partir des données d’entraînement.</a:t>
            </a:r>
            <a:endParaRPr sz="1250">
              <a:solidFill>
                <a:schemeClr val="dk1"/>
              </a:solidFill>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5" name="Shape 355"/>
        <p:cNvGrpSpPr/>
        <p:nvPr/>
      </p:nvGrpSpPr>
      <p:grpSpPr>
        <a:xfrm>
          <a:off x="0" y="0"/>
          <a:ext cx="0" cy="0"/>
          <a:chOff x="0" y="0"/>
          <a:chExt cx="0" cy="0"/>
        </a:xfrm>
      </p:grpSpPr>
      <p:sp>
        <p:nvSpPr>
          <p:cNvPr id="356" name="Google Shape;356;g3006347a72a_0_21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57" name="Google Shape;357;g3006347a72a_0_21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SzPts val="1100"/>
              <a:buNone/>
            </a:pPr>
            <a:r>
              <a:rPr lang="fr" sz="1250">
                <a:solidFill>
                  <a:schemeClr val="dk1"/>
                </a:solidFill>
              </a:rPr>
              <a:t>Dans les SVM, le processus commence par: </a:t>
            </a:r>
            <a:endParaRPr sz="1250">
              <a:solidFill>
                <a:schemeClr val="dk1"/>
              </a:solidFill>
            </a:endParaRPr>
          </a:p>
          <a:p>
            <a:pPr indent="0" lvl="0" marL="0" marR="0" rtl="0" algn="l">
              <a:lnSpc>
                <a:spcPct val="100000"/>
              </a:lnSpc>
              <a:spcBef>
                <a:spcPts val="0"/>
              </a:spcBef>
              <a:spcAft>
                <a:spcPts val="0"/>
              </a:spcAft>
              <a:buSzPts val="1100"/>
              <a:buNone/>
            </a:pPr>
            <a:r>
              <a:rPr lang="fr" sz="1250">
                <a:solidFill>
                  <a:schemeClr val="dk1"/>
                </a:solidFill>
              </a:rPr>
              <a:t>Puis </a:t>
            </a:r>
            <a:endParaRPr sz="1250">
              <a:solidFill>
                <a:schemeClr val="dk1"/>
              </a:solidFill>
            </a:endParaRPr>
          </a:p>
          <a:p>
            <a:pPr indent="0" lvl="0" marL="0" marR="0" rtl="0" algn="l">
              <a:lnSpc>
                <a:spcPct val="100000"/>
              </a:lnSpc>
              <a:spcBef>
                <a:spcPts val="0"/>
              </a:spcBef>
              <a:spcAft>
                <a:spcPts val="0"/>
              </a:spcAft>
              <a:buSzPts val="1100"/>
              <a:buNone/>
            </a:pPr>
            <a:r>
              <a:rPr lang="fr" sz="1250">
                <a:solidFill>
                  <a:schemeClr val="dk1"/>
                </a:solidFill>
              </a:rPr>
              <a:t>Enfin</a:t>
            </a:r>
            <a:endParaRPr sz="1250">
              <a:solidFill>
                <a:schemeClr val="dk1"/>
              </a:solidFill>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3" name="Shape 363"/>
        <p:cNvGrpSpPr/>
        <p:nvPr/>
      </p:nvGrpSpPr>
      <p:grpSpPr>
        <a:xfrm>
          <a:off x="0" y="0"/>
          <a:ext cx="0" cy="0"/>
          <a:chOff x="0" y="0"/>
          <a:chExt cx="0" cy="0"/>
        </a:xfrm>
      </p:grpSpPr>
      <p:sp>
        <p:nvSpPr>
          <p:cNvPr id="364" name="Google Shape;364;g3006347a72a_0_22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65" name="Google Shape;365;g3006347a72a_0_22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fr" sz="1250">
                <a:solidFill>
                  <a:schemeClr val="dk1"/>
                </a:solidFill>
              </a:rPr>
              <a:t>Cet article présente l’utilisation des CNN pour l’asr sur la langue arabe.  ils mettent l’accent sur la Capacité éprouvée des CNN à bien performer avec les images.</a:t>
            </a:r>
            <a:endParaRPr sz="1250">
              <a:solidFill>
                <a:schemeClr val="dk1"/>
              </a:solidFill>
            </a:endParaRPr>
          </a:p>
          <a:p>
            <a:pPr indent="0" lvl="0" marL="0" rtl="0" algn="l">
              <a:lnSpc>
                <a:spcPct val="100000"/>
              </a:lnSpc>
              <a:spcBef>
                <a:spcPts val="0"/>
              </a:spcBef>
              <a:spcAft>
                <a:spcPts val="0"/>
              </a:spcAft>
              <a:buSzPts val="1100"/>
              <a:buNone/>
            </a:pPr>
            <a:r>
              <a:t/>
            </a:r>
            <a:endParaRPr sz="1250">
              <a:solidFill>
                <a:schemeClr val="dk1"/>
              </a:solidFill>
            </a:endParaRPr>
          </a:p>
          <a:p>
            <a:pPr indent="0" lvl="0" marL="0" rtl="0" algn="l">
              <a:lnSpc>
                <a:spcPct val="100000"/>
              </a:lnSpc>
              <a:spcBef>
                <a:spcPts val="0"/>
              </a:spcBef>
              <a:spcAft>
                <a:spcPts val="0"/>
              </a:spcAft>
              <a:buSzPts val="1100"/>
              <a:buNone/>
            </a:pPr>
            <a:r>
              <a:rPr lang="fr" sz="1250">
                <a:solidFill>
                  <a:schemeClr val="dk1"/>
                </a:solidFill>
              </a:rPr>
              <a:t>Leur objectif est de transformer</a:t>
            </a:r>
            <a:endParaRPr sz="1250">
              <a:solidFill>
                <a:schemeClr val="dk1"/>
              </a:solidFill>
            </a:endParaRPr>
          </a:p>
          <a:p>
            <a:pPr indent="0" lvl="0" marL="0" rtl="0" algn="l">
              <a:lnSpc>
                <a:spcPct val="100000"/>
              </a:lnSpc>
              <a:spcBef>
                <a:spcPts val="0"/>
              </a:spcBef>
              <a:spcAft>
                <a:spcPts val="0"/>
              </a:spcAft>
              <a:buSzPts val="1100"/>
              <a:buNone/>
            </a:pPr>
            <a:r>
              <a:rPr lang="fr" sz="1250">
                <a:solidFill>
                  <a:schemeClr val="dk1"/>
                </a:solidFill>
              </a:rPr>
              <a:t>les signaux audio en images sous forme de spectrogrammes, qui représentent la fréquence en</a:t>
            </a:r>
            <a:endParaRPr sz="1250">
              <a:solidFill>
                <a:schemeClr val="dk1"/>
              </a:solidFill>
            </a:endParaRPr>
          </a:p>
          <a:p>
            <a:pPr indent="0" lvl="0" marL="0" rtl="0" algn="l">
              <a:lnSpc>
                <a:spcPct val="100000"/>
              </a:lnSpc>
              <a:spcBef>
                <a:spcPts val="0"/>
              </a:spcBef>
              <a:spcAft>
                <a:spcPts val="0"/>
              </a:spcAft>
              <a:buSzPts val="1100"/>
              <a:buNone/>
            </a:pPr>
            <a:r>
              <a:rPr lang="fr" sz="1250">
                <a:solidFill>
                  <a:schemeClr val="dk1"/>
                </a:solidFill>
              </a:rPr>
              <a:t>fonction du temps. Les auteurs estiment que certaines variations dues à la différence de longueur du</a:t>
            </a:r>
            <a:endParaRPr sz="1250">
              <a:solidFill>
                <a:schemeClr val="dk1"/>
              </a:solidFill>
            </a:endParaRPr>
          </a:p>
          <a:p>
            <a:pPr indent="0" lvl="0" marL="0" rtl="0" algn="l">
              <a:lnSpc>
                <a:spcPct val="100000"/>
              </a:lnSpc>
              <a:spcBef>
                <a:spcPts val="0"/>
              </a:spcBef>
              <a:spcAft>
                <a:spcPts val="0"/>
              </a:spcAft>
              <a:buSzPts val="1100"/>
              <a:buNone/>
            </a:pPr>
            <a:r>
              <a:rPr lang="fr" sz="1250">
                <a:solidFill>
                  <a:schemeClr val="dk1"/>
                </a:solidFill>
              </a:rPr>
              <a:t>conduit vocal entre différents locuteurs peuvent être efficacement gérées par des opérations de</a:t>
            </a:r>
            <a:endParaRPr sz="1250">
              <a:solidFill>
                <a:schemeClr val="dk1"/>
              </a:solidFill>
            </a:endParaRPr>
          </a:p>
          <a:p>
            <a:pPr indent="0" lvl="0" marL="0" rtl="0" algn="l">
              <a:lnSpc>
                <a:spcPct val="100000"/>
              </a:lnSpc>
              <a:spcBef>
                <a:spcPts val="0"/>
              </a:spcBef>
              <a:spcAft>
                <a:spcPts val="0"/>
              </a:spcAft>
              <a:buSzPts val="1100"/>
              <a:buNone/>
            </a:pPr>
            <a:r>
              <a:rPr lang="fr" sz="1250">
                <a:solidFill>
                  <a:schemeClr val="dk1"/>
                </a:solidFill>
              </a:rPr>
              <a:t>convolution et de pooling le long de l’axe des fréquences, garantissant ainsi une plus grande</a:t>
            </a:r>
            <a:endParaRPr sz="1250">
              <a:solidFill>
                <a:schemeClr val="dk1"/>
              </a:solidFill>
            </a:endParaRPr>
          </a:p>
          <a:p>
            <a:pPr indent="0" lvl="0" marL="0" rtl="0" algn="l">
              <a:lnSpc>
                <a:spcPct val="100000"/>
              </a:lnSpc>
              <a:spcBef>
                <a:spcPts val="0"/>
              </a:spcBef>
              <a:spcAft>
                <a:spcPts val="0"/>
              </a:spcAft>
              <a:buSzPts val="1100"/>
              <a:buNone/>
            </a:pPr>
            <a:r>
              <a:rPr lang="fr" sz="1250">
                <a:solidFill>
                  <a:schemeClr val="dk1"/>
                </a:solidFill>
              </a:rPr>
              <a:t>stabilité face à ces variations</a:t>
            </a:r>
            <a:endParaRPr sz="1250">
              <a:solidFill>
                <a:schemeClr val="dk1"/>
              </a:solidFill>
            </a:endParaRPr>
          </a:p>
          <a:p>
            <a:pPr indent="0" lvl="0" marL="0" rtl="0" algn="l">
              <a:lnSpc>
                <a:spcPct val="100000"/>
              </a:lnSpc>
              <a:spcBef>
                <a:spcPts val="0"/>
              </a:spcBef>
              <a:spcAft>
                <a:spcPts val="0"/>
              </a:spcAft>
              <a:buSzPts val="1100"/>
              <a:buNone/>
            </a:pPr>
            <a:r>
              <a:t/>
            </a:r>
            <a:endParaRPr sz="1250">
              <a:solidFill>
                <a:schemeClr val="dk1"/>
              </a:solidFill>
            </a:endParaRPr>
          </a:p>
          <a:p>
            <a:pPr indent="0" lvl="0" marL="0" rtl="0" algn="l">
              <a:lnSpc>
                <a:spcPct val="100000"/>
              </a:lnSpc>
              <a:spcBef>
                <a:spcPts val="0"/>
              </a:spcBef>
              <a:spcAft>
                <a:spcPts val="0"/>
              </a:spcAft>
              <a:buSzPts val="1100"/>
              <a:buNone/>
            </a:pPr>
            <a:r>
              <a:t/>
            </a:r>
            <a:endParaRPr sz="1250">
              <a:solidFill>
                <a:schemeClr val="dk1"/>
              </a:solidFill>
            </a:endParaRPr>
          </a:p>
          <a:p>
            <a:pPr indent="0" lvl="0" marL="0" rtl="0" algn="l">
              <a:lnSpc>
                <a:spcPct val="100000"/>
              </a:lnSpc>
              <a:spcBef>
                <a:spcPts val="0"/>
              </a:spcBef>
              <a:spcAft>
                <a:spcPts val="0"/>
              </a:spcAft>
              <a:buSzPts val="1100"/>
              <a:buNone/>
            </a:pPr>
            <a:r>
              <a:t/>
            </a:r>
            <a:endParaRPr sz="1250">
              <a:solidFill>
                <a:schemeClr val="dk1"/>
              </a:solidFill>
            </a:endParaRPr>
          </a:p>
          <a:p>
            <a:pPr indent="0" lvl="0" marL="0" rtl="0" algn="l">
              <a:lnSpc>
                <a:spcPct val="100000"/>
              </a:lnSpc>
              <a:spcBef>
                <a:spcPts val="0"/>
              </a:spcBef>
              <a:spcAft>
                <a:spcPts val="0"/>
              </a:spcAft>
              <a:buSzPts val="1100"/>
              <a:buNone/>
            </a:pPr>
            <a:r>
              <a:t/>
            </a:r>
            <a:endParaRPr sz="1250">
              <a:solidFill>
                <a:schemeClr val="dk1"/>
              </a:solidFill>
            </a:endParaRPr>
          </a:p>
          <a:p>
            <a:pPr indent="0" lvl="0" marL="0" marR="0" rtl="0" algn="l">
              <a:lnSpc>
                <a:spcPct val="100000"/>
              </a:lnSpc>
              <a:spcBef>
                <a:spcPts val="0"/>
              </a:spcBef>
              <a:spcAft>
                <a:spcPts val="0"/>
              </a:spcAft>
              <a:buSzPts val="1100"/>
              <a:buNone/>
            </a:pPr>
            <a:r>
              <a:t/>
            </a:r>
            <a:endParaRPr sz="1250">
              <a:solidFill>
                <a:schemeClr val="dk1"/>
              </a:solidFill>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3" name="Shape 373"/>
        <p:cNvGrpSpPr/>
        <p:nvPr/>
      </p:nvGrpSpPr>
      <p:grpSpPr>
        <a:xfrm>
          <a:off x="0" y="0"/>
          <a:ext cx="0" cy="0"/>
          <a:chOff x="0" y="0"/>
          <a:chExt cx="0" cy="0"/>
        </a:xfrm>
      </p:grpSpPr>
      <p:sp>
        <p:nvSpPr>
          <p:cNvPr id="374" name="Google Shape;374;g3006347a72a_0_24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75" name="Google Shape;375;g3006347a72a_0_24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fr" sz="1250">
                <a:solidFill>
                  <a:schemeClr val="dk1"/>
                </a:solidFill>
              </a:rPr>
              <a:t>Les approches existantes dans la littérature ont un point en commun : elles ne permettent pas l'explicabilité des résultats. </a:t>
            </a:r>
            <a:endParaRPr sz="1250">
              <a:solidFill>
                <a:schemeClr val="dk1"/>
              </a:solidFill>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4" name="Shape 384"/>
        <p:cNvGrpSpPr/>
        <p:nvPr/>
      </p:nvGrpSpPr>
      <p:grpSpPr>
        <a:xfrm>
          <a:off x="0" y="0"/>
          <a:ext cx="0" cy="0"/>
          <a:chOff x="0" y="0"/>
          <a:chExt cx="0" cy="0"/>
        </a:xfrm>
      </p:grpSpPr>
      <p:sp>
        <p:nvSpPr>
          <p:cNvPr id="385" name="Google Shape;385;g2d33b3c898e_0_1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86" name="Google Shape;386;g2d33b3c898e_0_1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fr" sz="1250">
                <a:solidFill>
                  <a:schemeClr val="dk1"/>
                </a:solidFill>
              </a:rPr>
              <a:t>L</a:t>
            </a:r>
            <a:r>
              <a:rPr lang="fr" sz="1250">
                <a:solidFill>
                  <a:schemeClr val="dk1"/>
                </a:solidFill>
              </a:rPr>
              <a:t>es GNNs sont adaptes pour notre probleme, car:</a:t>
            </a:r>
            <a:endParaRPr sz="1250">
              <a:solidFill>
                <a:schemeClr val="dk1"/>
              </a:solidFill>
            </a:endParaRPr>
          </a:p>
          <a:p>
            <a:pPr indent="0" lvl="0" marL="0" rtl="0" algn="l">
              <a:lnSpc>
                <a:spcPct val="100000"/>
              </a:lnSpc>
              <a:spcBef>
                <a:spcPts val="0"/>
              </a:spcBef>
              <a:spcAft>
                <a:spcPts val="0"/>
              </a:spcAft>
              <a:buSzPts val="1100"/>
              <a:buNone/>
            </a:pPr>
            <a:r>
              <a:rPr lang="fr" sz="1250">
                <a:solidFill>
                  <a:schemeClr val="dk1"/>
                </a:solidFill>
              </a:rPr>
              <a:t>1-  les graphes sont des structures de donnees intuitives et facilement comprehensibles</a:t>
            </a:r>
            <a:endParaRPr sz="1250">
              <a:solidFill>
                <a:schemeClr val="dk1"/>
              </a:solidFill>
            </a:endParaRPr>
          </a:p>
          <a:p>
            <a:pPr indent="0" lvl="0" marL="0" rtl="0" algn="l">
              <a:lnSpc>
                <a:spcPct val="100000"/>
              </a:lnSpc>
              <a:spcBef>
                <a:spcPts val="0"/>
              </a:spcBef>
              <a:spcAft>
                <a:spcPts val="0"/>
              </a:spcAft>
              <a:buSzPts val="1100"/>
              <a:buNone/>
            </a:pPr>
            <a:r>
              <a:rPr lang="fr" sz="1250">
                <a:solidFill>
                  <a:schemeClr val="dk1"/>
                </a:solidFill>
              </a:rPr>
              <a:t>2- ils sont egalement capables de Fournir des explications claires des résultats</a:t>
            </a:r>
            <a:endParaRPr sz="1250">
              <a:solidFill>
                <a:schemeClr val="dk1"/>
              </a:solidFill>
            </a:endParaRPr>
          </a:p>
          <a:p>
            <a:pPr indent="0" lvl="0" marL="0" rtl="0" algn="l">
              <a:lnSpc>
                <a:spcPct val="100000"/>
              </a:lnSpc>
              <a:spcBef>
                <a:spcPts val="0"/>
              </a:spcBef>
              <a:spcAft>
                <a:spcPts val="0"/>
              </a:spcAft>
              <a:buSzPts val="1100"/>
              <a:buNone/>
            </a:pPr>
            <a:r>
              <a:t/>
            </a:r>
            <a:endParaRPr sz="1250">
              <a:solidFill>
                <a:schemeClr val="dk1"/>
              </a:solidFill>
            </a:endParaRPr>
          </a:p>
          <a:p>
            <a:pPr indent="0" lvl="0" marL="0" marR="0" rtl="0" algn="l">
              <a:lnSpc>
                <a:spcPct val="100000"/>
              </a:lnSpc>
              <a:spcBef>
                <a:spcPts val="0"/>
              </a:spcBef>
              <a:spcAft>
                <a:spcPts val="0"/>
              </a:spcAft>
              <a:buSzPts val="1100"/>
              <a:buNone/>
            </a:pPr>
            <a:r>
              <a:t/>
            </a:r>
            <a:endParaRPr sz="1250">
              <a:solidFill>
                <a:schemeClr val="dk1"/>
              </a:solidFill>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7" name="Shape 397"/>
        <p:cNvGrpSpPr/>
        <p:nvPr/>
      </p:nvGrpSpPr>
      <p:grpSpPr>
        <a:xfrm>
          <a:off x="0" y="0"/>
          <a:ext cx="0" cy="0"/>
          <a:chOff x="0" y="0"/>
          <a:chExt cx="0" cy="0"/>
        </a:xfrm>
      </p:grpSpPr>
      <p:sp>
        <p:nvSpPr>
          <p:cNvPr id="398" name="Google Shape;398;p2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99" name="Google Shape;399;p2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4" name="Shape 404"/>
        <p:cNvGrpSpPr/>
        <p:nvPr/>
      </p:nvGrpSpPr>
      <p:grpSpPr>
        <a:xfrm>
          <a:off x="0" y="0"/>
          <a:ext cx="0" cy="0"/>
          <a:chOff x="0" y="0"/>
          <a:chExt cx="0" cy="0"/>
        </a:xfrm>
      </p:grpSpPr>
      <p:sp>
        <p:nvSpPr>
          <p:cNvPr id="405" name="Google Shape;405;g2d33b3c898e_0_5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06" name="Google Shape;406;g2d33b3c898e_0_5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rPr lang="fr"/>
              <a:t>La figure suivante présente l’architecture de notre methodologie.</a:t>
            </a:r>
            <a:endParaRPr/>
          </a:p>
          <a:p>
            <a:pPr indent="0" lvl="0" marL="0" rtl="0" algn="l">
              <a:lnSpc>
                <a:spcPct val="100000"/>
              </a:lnSpc>
              <a:spcBef>
                <a:spcPts val="0"/>
              </a:spcBef>
              <a:spcAft>
                <a:spcPts val="0"/>
              </a:spcAft>
              <a:buSzPts val="1400"/>
              <a:buNone/>
            </a:pPr>
            <a:r>
              <a:t/>
            </a:r>
            <a:endParaRPr/>
          </a:p>
          <a:p>
            <a:pPr indent="-298450" lvl="0" marL="457200" rtl="0" algn="l">
              <a:lnSpc>
                <a:spcPct val="100000"/>
              </a:lnSpc>
              <a:spcBef>
                <a:spcPts val="0"/>
              </a:spcBef>
              <a:spcAft>
                <a:spcPts val="0"/>
              </a:spcAft>
              <a:buSzPts val="1100"/>
              <a:buChar char="●"/>
            </a:pPr>
            <a:r>
              <a:rPr lang="fr"/>
              <a:t>Le processus inclut plusieurs sous-étapes connectées par des flèches montrant la progression. </a:t>
            </a:r>
            <a:endParaRPr/>
          </a:p>
          <a:p>
            <a:pPr indent="-298450" lvl="0" marL="457200" rtl="0" algn="l">
              <a:lnSpc>
                <a:spcPct val="100000"/>
              </a:lnSpc>
              <a:spcBef>
                <a:spcPts val="0"/>
              </a:spcBef>
              <a:spcAft>
                <a:spcPts val="0"/>
              </a:spcAft>
              <a:buSzPts val="1100"/>
              <a:buChar char="●"/>
            </a:pPr>
            <a:r>
              <a:rPr lang="fr"/>
              <a:t>Après la collecte, le nettoyage et l'étiquetage des données, le corpus de mots en Yemba est utilisé pour entraîner un modèle de langage. </a:t>
            </a:r>
            <a:endParaRPr/>
          </a:p>
          <a:p>
            <a:pPr indent="-298450" lvl="0" marL="457200" rtl="0" algn="l">
              <a:lnSpc>
                <a:spcPct val="100000"/>
              </a:lnSpc>
              <a:spcBef>
                <a:spcPts val="0"/>
              </a:spcBef>
              <a:spcAft>
                <a:spcPts val="0"/>
              </a:spcAft>
              <a:buSzPts val="1100"/>
              <a:buChar char="●"/>
            </a:pPr>
            <a:r>
              <a:rPr lang="fr"/>
              <a:t>Un modèle de base est créé avec Kaldi, puis les embeddings du modèle GraphSAGE sont intégrés dans Kaldi pour obtenir le modèle proposé 1. Ces embeddings sont ensuite utilisés pour entraîner un SVM, formant le modèle proposé 2. </a:t>
            </a:r>
            <a:endParaRPr/>
          </a:p>
          <a:p>
            <a:pPr indent="-298450" lvl="0" marL="457200" rtl="0" algn="l">
              <a:lnSpc>
                <a:spcPct val="100000"/>
              </a:lnSpc>
              <a:spcBef>
                <a:spcPts val="0"/>
              </a:spcBef>
              <a:spcAft>
                <a:spcPts val="0"/>
              </a:spcAft>
              <a:buSzPts val="1100"/>
              <a:buChar char="●"/>
            </a:pPr>
            <a:r>
              <a:rPr lang="fr"/>
              <a:t>Les trois modèles sont finalement évalués et analysés ensemble.</a:t>
            </a:r>
            <a:endParaRPr/>
          </a:p>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1" name="Shape 411"/>
        <p:cNvGrpSpPr/>
        <p:nvPr/>
      </p:nvGrpSpPr>
      <p:grpSpPr>
        <a:xfrm>
          <a:off x="0" y="0"/>
          <a:ext cx="0" cy="0"/>
          <a:chOff x="0" y="0"/>
          <a:chExt cx="0" cy="0"/>
        </a:xfrm>
      </p:grpSpPr>
      <p:sp>
        <p:nvSpPr>
          <p:cNvPr id="412" name="Google Shape;412;g3006347a72a_0_27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13" name="Google Shape;413;g3006347a72a_0_27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fr">
                <a:solidFill>
                  <a:schemeClr val="dk1"/>
                </a:solidFill>
              </a:rPr>
              <a:t>Dans l'enseignement de base on a trois niveaux:</a:t>
            </a:r>
            <a:endParaRPr>
              <a:solidFill>
                <a:schemeClr val="dk1"/>
              </a:solidFill>
            </a:endParaRPr>
          </a:p>
          <a:p>
            <a:pPr indent="-298450" lvl="0" marL="457200" rtl="0" algn="l">
              <a:lnSpc>
                <a:spcPct val="100000"/>
              </a:lnSpc>
              <a:spcBef>
                <a:spcPts val="0"/>
              </a:spcBef>
              <a:spcAft>
                <a:spcPts val="0"/>
              </a:spcAft>
              <a:buClr>
                <a:schemeClr val="dk1"/>
              </a:buClr>
              <a:buSzPts val="1100"/>
              <a:buChar char="-"/>
            </a:pPr>
            <a:r>
              <a:rPr lang="fr">
                <a:solidFill>
                  <a:schemeClr val="dk1"/>
                </a:solidFill>
              </a:rPr>
              <a:t>niveau 1 sil-cp</a:t>
            </a:r>
            <a:endParaRPr>
              <a:solidFill>
                <a:schemeClr val="dk1"/>
              </a:solidFill>
            </a:endParaRPr>
          </a:p>
          <a:p>
            <a:pPr indent="-298450" lvl="0" marL="457200" rtl="0" algn="l">
              <a:lnSpc>
                <a:spcPct val="100000"/>
              </a:lnSpc>
              <a:spcBef>
                <a:spcPts val="0"/>
              </a:spcBef>
              <a:spcAft>
                <a:spcPts val="0"/>
              </a:spcAft>
              <a:buClr>
                <a:schemeClr val="dk1"/>
              </a:buClr>
              <a:buSzPts val="1100"/>
              <a:buChar char="-"/>
            </a:pPr>
            <a:r>
              <a:rPr lang="fr">
                <a:solidFill>
                  <a:schemeClr val="dk1"/>
                </a:solidFill>
              </a:rPr>
              <a:t>niveau 2 ce1-ce2</a:t>
            </a:r>
            <a:endParaRPr>
              <a:solidFill>
                <a:schemeClr val="dk1"/>
              </a:solidFill>
            </a:endParaRPr>
          </a:p>
          <a:p>
            <a:pPr indent="-298450" lvl="0" marL="457200" rtl="0" algn="l">
              <a:lnSpc>
                <a:spcPct val="100000"/>
              </a:lnSpc>
              <a:spcBef>
                <a:spcPts val="0"/>
              </a:spcBef>
              <a:spcAft>
                <a:spcPts val="0"/>
              </a:spcAft>
              <a:buClr>
                <a:schemeClr val="dk1"/>
              </a:buClr>
              <a:buSzPts val="1100"/>
              <a:buChar char="-"/>
            </a:pPr>
            <a:r>
              <a:rPr lang="fr">
                <a:solidFill>
                  <a:schemeClr val="dk1"/>
                </a:solidFill>
              </a:rPr>
              <a:t>niveau 3 cm1-cm2</a:t>
            </a:r>
            <a:endParaRPr>
              <a:solidFill>
                <a:schemeClr val="dk1"/>
              </a:solidFill>
            </a:endParaRPr>
          </a:p>
          <a:p>
            <a:pPr indent="0" lvl="0" marL="0" rtl="0" algn="l">
              <a:lnSpc>
                <a:spcPct val="100000"/>
              </a:lnSpc>
              <a:spcBef>
                <a:spcPts val="0"/>
              </a:spcBef>
              <a:spcAft>
                <a:spcPts val="0"/>
              </a:spcAft>
              <a:buClr>
                <a:schemeClr val="dk1"/>
              </a:buClr>
              <a:buSzPts val="1100"/>
              <a:buFont typeface="Arial"/>
              <a:buNone/>
            </a:pPr>
            <a:r>
              <a:t/>
            </a:r>
            <a:endParaRPr>
              <a:solidFill>
                <a:schemeClr val="dk1"/>
              </a:solidFill>
            </a:endParaRPr>
          </a:p>
          <a:p>
            <a:pPr indent="0" lvl="0" marL="0" rtl="0" algn="l">
              <a:lnSpc>
                <a:spcPct val="100000"/>
              </a:lnSpc>
              <a:spcBef>
                <a:spcPts val="0"/>
              </a:spcBef>
              <a:spcAft>
                <a:spcPts val="0"/>
              </a:spcAft>
              <a:buSzPts val="1100"/>
              <a:buNone/>
            </a:pPr>
            <a:r>
              <a:rPr lang="fr"/>
              <a:t>Les enseignement sont guidés par un document </a:t>
            </a:r>
            <a:endParaRPr/>
          </a:p>
          <a:p>
            <a:pPr indent="0" lvl="0" marL="0" rtl="0" algn="l">
              <a:lnSpc>
                <a:spcPct val="100000"/>
              </a:lnSpc>
              <a:spcBef>
                <a:spcPts val="0"/>
              </a:spcBef>
              <a:spcAft>
                <a:spcPts val="0"/>
              </a:spcAft>
              <a:buSzPts val="1100"/>
              <a:buNone/>
            </a:pPr>
            <a:r>
              <a:rPr lang="fr"/>
              <a:t>Chaque unité d'enseignement est organisé en 8 centres d'intérêts.</a:t>
            </a:r>
            <a:endParaRPr/>
          </a:p>
          <a:p>
            <a:pPr indent="0" lvl="0" marL="0" rtl="0" algn="l">
              <a:lnSpc>
                <a:spcPct val="100000"/>
              </a:lnSpc>
              <a:spcBef>
                <a:spcPts val="0"/>
              </a:spcBef>
              <a:spcAft>
                <a:spcPts val="0"/>
              </a:spcAft>
              <a:buSzPts val="1100"/>
              <a:buNone/>
            </a:pPr>
            <a:r>
              <a:rPr lang="fr"/>
              <a:t>Au niveau 3 pour les Langues et Culture Nationale ces centres d'interets sont les suivants: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4" name="Shape 424"/>
        <p:cNvGrpSpPr/>
        <p:nvPr/>
      </p:nvGrpSpPr>
      <p:grpSpPr>
        <a:xfrm>
          <a:off x="0" y="0"/>
          <a:ext cx="0" cy="0"/>
          <a:chOff x="0" y="0"/>
          <a:chExt cx="0" cy="0"/>
        </a:xfrm>
      </p:grpSpPr>
      <p:sp>
        <p:nvSpPr>
          <p:cNvPr id="425" name="Google Shape;425;g3006347a72a_0_29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26" name="Google Shape;426;g3006347a72a_0_29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lang="fr"/>
              <a:t>La formation du corpus s’est déroulée de la manière suivante : un animateur pédagogique a proposé, pour</a:t>
            </a:r>
            <a:endParaRPr/>
          </a:p>
          <a:p>
            <a:pPr indent="0" lvl="0" marL="0" rtl="0" algn="l">
              <a:lnSpc>
                <a:spcPct val="100000"/>
              </a:lnSpc>
              <a:spcBef>
                <a:spcPts val="0"/>
              </a:spcBef>
              <a:spcAft>
                <a:spcPts val="0"/>
              </a:spcAft>
              <a:buSzPts val="1100"/>
              <a:buNone/>
            </a:pPr>
            <a:r>
              <a:rPr lang="fr"/>
              <a:t>chaque centre d’intérêt, une liste de mots appartenant au champ lexical correspondant. Le corpus ainsi formé contient 60 mots.</a:t>
            </a:r>
            <a:endParaRPr/>
          </a:p>
          <a:p>
            <a:pPr indent="0" lvl="0" marL="0" rtl="0" algn="l">
              <a:lnSpc>
                <a:spcPct val="100000"/>
              </a:lnSpc>
              <a:spcBef>
                <a:spcPts val="0"/>
              </a:spcBef>
              <a:spcAft>
                <a:spcPts val="0"/>
              </a:spcAft>
              <a:buSzPts val="1100"/>
              <a:buNone/>
            </a:pPr>
            <a:r>
              <a:rPr lang="fr"/>
              <a:t>Le tableau en bas a gauche présente une liste non exhaustive de quelques mots par centre d'intérêt</a:t>
            </a:r>
            <a:endParaRPr/>
          </a:p>
          <a:p>
            <a:pPr indent="0" lvl="0" marL="0" rtl="0" algn="l">
              <a:lnSpc>
                <a:spcPct val="100000"/>
              </a:lnSpc>
              <a:spcBef>
                <a:spcPts val="0"/>
              </a:spcBef>
              <a:spcAft>
                <a:spcPts val="0"/>
              </a:spcAft>
              <a:buSzPts val="1100"/>
              <a:buNone/>
            </a:pPr>
            <a:r>
              <a:rPr lang="fr">
                <a:solidFill>
                  <a:schemeClr val="dk1"/>
                </a:solidFill>
              </a:rPr>
              <a:t>Le tableau en haut a droite présente la répartition des nombres de mots par centre d'intérêt</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5" name="Shape 435"/>
        <p:cNvGrpSpPr/>
        <p:nvPr/>
      </p:nvGrpSpPr>
      <p:grpSpPr>
        <a:xfrm>
          <a:off x="0" y="0"/>
          <a:ext cx="0" cy="0"/>
          <a:chOff x="0" y="0"/>
          <a:chExt cx="0" cy="0"/>
        </a:xfrm>
      </p:grpSpPr>
      <p:sp>
        <p:nvSpPr>
          <p:cNvPr id="436" name="Google Shape;436;g3006347a72a_0_30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37" name="Google Shape;437;g3006347a72a_0_30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fr"/>
              <a:t>Une fois le corpus en français forme, il a ete passe a un linguiste spécialiste de la langue yemba qui a traduit chaque mot, le tableau suivant présente quelques mots et leurs traductions.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5" name="Shape 445"/>
        <p:cNvGrpSpPr/>
        <p:nvPr/>
      </p:nvGrpSpPr>
      <p:grpSpPr>
        <a:xfrm>
          <a:off x="0" y="0"/>
          <a:ext cx="0" cy="0"/>
          <a:chOff x="0" y="0"/>
          <a:chExt cx="0" cy="0"/>
        </a:xfrm>
      </p:grpSpPr>
      <p:sp>
        <p:nvSpPr>
          <p:cNvPr id="446" name="Google Shape;446;g3006347a72a_0_31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47" name="Google Shape;447;g3006347a72a_0_31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fr"/>
              <a:t>Le protocole de collecte consistait en:</a:t>
            </a:r>
            <a:endParaRPr/>
          </a:p>
          <a:p>
            <a:pPr indent="0" lvl="0" marL="0" rtl="0" algn="l">
              <a:lnSpc>
                <a:spcPct val="100000"/>
              </a:lnSpc>
              <a:spcBef>
                <a:spcPts val="0"/>
              </a:spcBef>
              <a:spcAft>
                <a:spcPts val="0"/>
              </a:spcAft>
              <a:buSzPts val="1100"/>
              <a:buNone/>
            </a:pPr>
            <a:r>
              <a:t/>
            </a:r>
            <a:endParaRPr/>
          </a:p>
          <a:p>
            <a:pPr indent="-298450" lvl="0" marL="457200" rtl="0" algn="l">
              <a:lnSpc>
                <a:spcPct val="100000"/>
              </a:lnSpc>
              <a:spcBef>
                <a:spcPts val="0"/>
              </a:spcBef>
              <a:spcAft>
                <a:spcPts val="0"/>
              </a:spcAft>
              <a:buSzPts val="1100"/>
              <a:buChar char="●"/>
            </a:pPr>
            <a:r>
              <a:rPr lang="fr"/>
              <a:t>La Définition de l’objectif de la collecte</a:t>
            </a:r>
            <a:endParaRPr/>
          </a:p>
          <a:p>
            <a:pPr indent="-298450" lvl="0" marL="457200" rtl="0" algn="l">
              <a:lnSpc>
                <a:spcPct val="100000"/>
              </a:lnSpc>
              <a:spcBef>
                <a:spcPts val="0"/>
              </a:spcBef>
              <a:spcAft>
                <a:spcPts val="0"/>
              </a:spcAft>
              <a:buSzPts val="1100"/>
              <a:buChar char="●"/>
            </a:pPr>
            <a:r>
              <a:rPr lang="fr"/>
              <a:t>Identification des écoles pour la collecte </a:t>
            </a:r>
            <a:endParaRPr/>
          </a:p>
          <a:p>
            <a:pPr indent="-298450" lvl="0" marL="457200" rtl="0" algn="l">
              <a:lnSpc>
                <a:spcPct val="100000"/>
              </a:lnSpc>
              <a:spcBef>
                <a:spcPts val="0"/>
              </a:spcBef>
              <a:spcAft>
                <a:spcPts val="0"/>
              </a:spcAft>
              <a:buSzPts val="1100"/>
              <a:buChar char="●"/>
            </a:pPr>
            <a:r>
              <a:rPr lang="fr"/>
              <a:t>Planification la collecte</a:t>
            </a:r>
            <a:endParaRPr/>
          </a:p>
          <a:p>
            <a:pPr indent="-298450" lvl="0" marL="457200" rtl="0" algn="l">
              <a:lnSpc>
                <a:spcPct val="100000"/>
              </a:lnSpc>
              <a:spcBef>
                <a:spcPts val="0"/>
              </a:spcBef>
              <a:spcAft>
                <a:spcPts val="0"/>
              </a:spcAft>
              <a:buSzPts val="1100"/>
              <a:buChar char="●"/>
            </a:pPr>
            <a:r>
              <a:rPr lang="fr"/>
              <a:t>Conception d’une fiche de collecte qui a guidé la collecte de données sur le terrain</a:t>
            </a:r>
            <a:endParaRPr/>
          </a:p>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7" name="Shape 457"/>
        <p:cNvGrpSpPr/>
        <p:nvPr/>
      </p:nvGrpSpPr>
      <p:grpSpPr>
        <a:xfrm>
          <a:off x="0" y="0"/>
          <a:ext cx="0" cy="0"/>
          <a:chOff x="0" y="0"/>
          <a:chExt cx="0" cy="0"/>
        </a:xfrm>
      </p:grpSpPr>
      <p:sp>
        <p:nvSpPr>
          <p:cNvPr id="458" name="Google Shape;458;g3006347a72a_0_34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59" name="Google Shape;459;g3006347a72a_0_34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7" name="Shape 467"/>
        <p:cNvGrpSpPr/>
        <p:nvPr/>
      </p:nvGrpSpPr>
      <p:grpSpPr>
        <a:xfrm>
          <a:off x="0" y="0"/>
          <a:ext cx="0" cy="0"/>
          <a:chOff x="0" y="0"/>
          <a:chExt cx="0" cy="0"/>
        </a:xfrm>
      </p:grpSpPr>
      <p:sp>
        <p:nvSpPr>
          <p:cNvPr id="468" name="Google Shape;468;g3006347a72a_0_35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69" name="Google Shape;469;g3006347a72a_0_35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fr"/>
              <a:t>Nous avons effectué deux descentes</a:t>
            </a:r>
            <a:endParaRPr/>
          </a:p>
          <a:p>
            <a:pPr indent="-298450" lvl="0" marL="457200" rtl="0" algn="l">
              <a:lnSpc>
                <a:spcPct val="100000"/>
              </a:lnSpc>
              <a:spcBef>
                <a:spcPts val="0"/>
              </a:spcBef>
              <a:spcAft>
                <a:spcPts val="0"/>
              </a:spcAft>
              <a:buSzPts val="1100"/>
              <a:buChar char="-"/>
            </a:pPr>
            <a:r>
              <a:rPr lang="fr">
                <a:solidFill>
                  <a:schemeClr val="dk1"/>
                </a:solidFill>
              </a:rPr>
              <a:t>le tableau en haut à droite est un résumé des locuteurs ayant participé à la 1e descente</a:t>
            </a:r>
            <a:endParaRPr/>
          </a:p>
          <a:p>
            <a:pPr indent="-298450" lvl="0" marL="457200" rtl="0" algn="l">
              <a:lnSpc>
                <a:spcPct val="100000"/>
              </a:lnSpc>
              <a:spcBef>
                <a:spcPts val="0"/>
              </a:spcBef>
              <a:spcAft>
                <a:spcPts val="0"/>
              </a:spcAft>
              <a:buSzPts val="1100"/>
              <a:buChar char="-"/>
            </a:pPr>
            <a:r>
              <a:rPr lang="fr"/>
              <a:t>le tableau en bas à gauche est un résumé des locuteurs ayant participé à la 2e descente</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0" name="Shape 480"/>
        <p:cNvGrpSpPr/>
        <p:nvPr/>
      </p:nvGrpSpPr>
      <p:grpSpPr>
        <a:xfrm>
          <a:off x="0" y="0"/>
          <a:ext cx="0" cy="0"/>
          <a:chOff x="0" y="0"/>
          <a:chExt cx="0" cy="0"/>
        </a:xfrm>
      </p:grpSpPr>
      <p:sp>
        <p:nvSpPr>
          <p:cNvPr id="481" name="Google Shape;481;g3006347a72a_0_37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82" name="Google Shape;482;g3006347a72a_0_37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fr"/>
              <a:t>Nettoyé c’est a dire suppression des audios vide, des audios non audibles, etc…</a:t>
            </a:r>
            <a:endParaRPr/>
          </a:p>
          <a:p>
            <a:pPr indent="0" lvl="0" marL="0" rtl="0" algn="l">
              <a:lnSpc>
                <a:spcPct val="100000"/>
              </a:lnSpc>
              <a:spcBef>
                <a:spcPts val="0"/>
              </a:spcBef>
              <a:spcAft>
                <a:spcPts val="0"/>
              </a:spcAft>
              <a:buSzPts val="1100"/>
              <a:buNone/>
            </a:pPr>
            <a:r>
              <a:rPr lang="fr"/>
              <a:t>les fichiers en bons état ont été renommés.</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9" name="Shape 489"/>
        <p:cNvGrpSpPr/>
        <p:nvPr/>
      </p:nvGrpSpPr>
      <p:grpSpPr>
        <a:xfrm>
          <a:off x="0" y="0"/>
          <a:ext cx="0" cy="0"/>
          <a:chOff x="0" y="0"/>
          <a:chExt cx="0" cy="0"/>
        </a:xfrm>
      </p:grpSpPr>
      <p:sp>
        <p:nvSpPr>
          <p:cNvPr id="490" name="Google Shape;490;g3006347a72a_0_38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91" name="Google Shape;491;g3006347a72a_0_38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9" name="Shape 499"/>
        <p:cNvGrpSpPr/>
        <p:nvPr/>
      </p:nvGrpSpPr>
      <p:grpSpPr>
        <a:xfrm>
          <a:off x="0" y="0"/>
          <a:ext cx="0" cy="0"/>
          <a:chOff x="0" y="0"/>
          <a:chExt cx="0" cy="0"/>
        </a:xfrm>
      </p:grpSpPr>
      <p:sp>
        <p:nvSpPr>
          <p:cNvPr id="500" name="Google Shape;500;g2d33b3c898e_0_6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01" name="Google Shape;501;g2d33b3c898e_0_6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9" name="Shape 509"/>
        <p:cNvGrpSpPr/>
        <p:nvPr/>
      </p:nvGrpSpPr>
      <p:grpSpPr>
        <a:xfrm>
          <a:off x="0" y="0"/>
          <a:ext cx="0" cy="0"/>
          <a:chOff x="0" y="0"/>
          <a:chExt cx="0" cy="0"/>
        </a:xfrm>
      </p:grpSpPr>
      <p:sp>
        <p:nvSpPr>
          <p:cNvPr id="510" name="Google Shape;510;g3006347a72a_0_39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11" name="Google Shape;511;g3006347a72a_0_39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fr"/>
              <a:t>Les graphes qui sont conçus sont des graphes non orienté dans lesquels :</a:t>
            </a:r>
            <a:endParaRPr/>
          </a:p>
          <a:p>
            <a:pPr indent="0" lvl="0" marL="0" rtl="0" algn="l">
              <a:lnSpc>
                <a:spcPct val="100000"/>
              </a:lnSpc>
              <a:spcBef>
                <a:spcPts val="0"/>
              </a:spcBef>
              <a:spcAft>
                <a:spcPts val="0"/>
              </a:spcAft>
              <a:buSzPts val="1100"/>
              <a:buNone/>
            </a:pPr>
            <a:r>
              <a:rPr lang="fr"/>
              <a:t>— Tous les audios correspondant à un même mot sont regroupés pour former un cluster.</a:t>
            </a:r>
            <a:endParaRPr/>
          </a:p>
          <a:p>
            <a:pPr indent="0" lvl="0" marL="0" rtl="0" algn="l">
              <a:lnSpc>
                <a:spcPct val="100000"/>
              </a:lnSpc>
              <a:spcBef>
                <a:spcPts val="0"/>
              </a:spcBef>
              <a:spcAft>
                <a:spcPts val="0"/>
              </a:spcAft>
              <a:buSzPts val="1100"/>
              <a:buNone/>
            </a:pPr>
            <a:r>
              <a:rPr lang="fr"/>
              <a:t>— Chaque audio est représenté par un nœud dans le graphe.</a:t>
            </a:r>
            <a:endParaRPr/>
          </a:p>
          <a:p>
            <a:pPr indent="0" lvl="0" marL="0" rtl="0" algn="l">
              <a:lnSpc>
                <a:spcPct val="100000"/>
              </a:lnSpc>
              <a:spcBef>
                <a:spcPts val="0"/>
              </a:spcBef>
              <a:spcAft>
                <a:spcPts val="0"/>
              </a:spcAft>
              <a:buSzPts val="1100"/>
              <a:buNone/>
            </a:pPr>
            <a:r>
              <a:rPr lang="fr"/>
              <a:t>— Au sein de chaque cluster, deux hyperparamètres sont définis :</a:t>
            </a:r>
            <a:endParaRPr/>
          </a:p>
          <a:p>
            <a:pPr indent="0" lvl="0" marL="0" rtl="0" algn="l">
              <a:lnSpc>
                <a:spcPct val="100000"/>
              </a:lnSpc>
              <a:spcBef>
                <a:spcPts val="0"/>
              </a:spcBef>
              <a:spcAft>
                <a:spcPts val="0"/>
              </a:spcAft>
              <a:buSzPts val="1100"/>
              <a:buNone/>
            </a:pPr>
            <a:r>
              <a:rPr lang="fr"/>
              <a:t>— nombre de voisins qu’un nœud doit avoir à l’intérieur du cluster.</a:t>
            </a:r>
            <a:endParaRPr/>
          </a:p>
          <a:p>
            <a:pPr indent="0" lvl="0" marL="0" rtl="0" algn="l">
              <a:lnSpc>
                <a:spcPct val="100000"/>
              </a:lnSpc>
              <a:spcBef>
                <a:spcPts val="0"/>
              </a:spcBef>
              <a:spcAft>
                <a:spcPts val="0"/>
              </a:spcAft>
              <a:buSzPts val="1100"/>
              <a:buNone/>
            </a:pPr>
            <a:r>
              <a:rPr lang="fr"/>
              <a:t>— nombre de voisins qu’un nœud doit avoir en dehors du cluster.</a:t>
            </a:r>
            <a:endParaRPr/>
          </a:p>
          <a:p>
            <a:pPr indent="0" lvl="0" marL="0" rtl="0" algn="l">
              <a:lnSpc>
                <a:spcPct val="100000"/>
              </a:lnSpc>
              <a:spcBef>
                <a:spcPts val="0"/>
              </a:spcBef>
              <a:spcAft>
                <a:spcPts val="0"/>
              </a:spcAft>
              <a:buSzPts val="1100"/>
              <a:buNone/>
            </a:pPr>
            <a:r>
              <a:rPr lang="fr"/>
              <a:t>— Pour deux audios appartenant au même mot, la pondération est de 1 qui indique une forte connexion entre ces nœuds.</a:t>
            </a:r>
            <a:endParaRPr/>
          </a:p>
          <a:p>
            <a:pPr indent="0" lvl="0" marL="0" rtl="0" algn="l">
              <a:lnSpc>
                <a:spcPct val="100000"/>
              </a:lnSpc>
              <a:spcBef>
                <a:spcPts val="0"/>
              </a:spcBef>
              <a:spcAft>
                <a:spcPts val="0"/>
              </a:spcAft>
              <a:buSzPts val="1100"/>
              <a:buNone/>
            </a:pPr>
            <a:r>
              <a:rPr lang="fr"/>
              <a:t>— Pour chaque nœud d’un cluster, les noeuds plus éloignés sont choisis du point de vue de la similarité et la pondération est de  -1</a:t>
            </a:r>
            <a:endParaRPr/>
          </a:p>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2" name="Shape 522"/>
        <p:cNvGrpSpPr/>
        <p:nvPr/>
      </p:nvGrpSpPr>
      <p:grpSpPr>
        <a:xfrm>
          <a:off x="0" y="0"/>
          <a:ext cx="0" cy="0"/>
          <a:chOff x="0" y="0"/>
          <a:chExt cx="0" cy="0"/>
        </a:xfrm>
      </p:grpSpPr>
      <p:sp>
        <p:nvSpPr>
          <p:cNvPr id="523" name="Google Shape;523;g3006347a72a_0_40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24" name="Google Shape;524;g3006347a72a_0_40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fr"/>
              <a:t>Le modèle GraphSAGE présenté ici effectue une convolution sur un graphe en deux étapes</a:t>
            </a:r>
            <a:endParaRPr/>
          </a:p>
          <a:p>
            <a:pPr indent="0" lvl="0" marL="0" rtl="0" algn="l">
              <a:lnSpc>
                <a:spcPct val="100000"/>
              </a:lnSpc>
              <a:spcBef>
                <a:spcPts val="0"/>
              </a:spcBef>
              <a:spcAft>
                <a:spcPts val="0"/>
              </a:spcAft>
              <a:buSzPts val="1100"/>
              <a:buNone/>
            </a:pPr>
            <a:r>
              <a:rPr lang="fr"/>
              <a:t>pour mettre à jour les caractéristiques des nœuds en agrégeant les informations de leurs voisins.</a:t>
            </a:r>
            <a:endParaRPr/>
          </a:p>
          <a:p>
            <a:pPr indent="0" lvl="0" marL="0" rtl="0" algn="l">
              <a:lnSpc>
                <a:spcPct val="100000"/>
              </a:lnSpc>
              <a:spcBef>
                <a:spcPts val="0"/>
              </a:spcBef>
              <a:spcAft>
                <a:spcPts val="0"/>
              </a:spcAft>
              <a:buSzPts val="1100"/>
              <a:buNone/>
            </a:pPr>
            <a:r>
              <a:rPr lang="fr"/>
              <a:t>À chaque couche de convolution (SAGEConv), les caractéristiques du nœud central sont recal-</a:t>
            </a:r>
            <a:endParaRPr/>
          </a:p>
          <a:p>
            <a:pPr indent="0" lvl="0" marL="0" rtl="0" algn="l">
              <a:lnSpc>
                <a:spcPct val="100000"/>
              </a:lnSpc>
              <a:spcBef>
                <a:spcPts val="0"/>
              </a:spcBef>
              <a:spcAft>
                <a:spcPts val="0"/>
              </a:spcAft>
              <a:buSzPts val="1100"/>
              <a:buNone/>
            </a:pPr>
            <a:r>
              <a:rPr lang="fr"/>
              <a:t>culées en fonction des caractéristiques des nœuds voisins. Une activation ReLU est appliquée</a:t>
            </a:r>
            <a:endParaRPr/>
          </a:p>
          <a:p>
            <a:pPr indent="0" lvl="0" marL="0" rtl="0" algn="l">
              <a:lnSpc>
                <a:spcPct val="100000"/>
              </a:lnSpc>
              <a:spcBef>
                <a:spcPts val="0"/>
              </a:spcBef>
              <a:spcAft>
                <a:spcPts val="0"/>
              </a:spcAft>
              <a:buSzPts val="1100"/>
              <a:buNone/>
            </a:pPr>
            <a:r>
              <a:rPr lang="fr"/>
              <a:t>après chaque couche.</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fr"/>
              <a:t>#pour introduire de la non-linéarité dans le modèle.</a:t>
            </a:r>
            <a:endParaRPr/>
          </a:p>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2" name="Shape 532"/>
        <p:cNvGrpSpPr/>
        <p:nvPr/>
      </p:nvGrpSpPr>
      <p:grpSpPr>
        <a:xfrm>
          <a:off x="0" y="0"/>
          <a:ext cx="0" cy="0"/>
          <a:chOff x="0" y="0"/>
          <a:chExt cx="0" cy="0"/>
        </a:xfrm>
      </p:grpSpPr>
      <p:sp>
        <p:nvSpPr>
          <p:cNvPr id="533" name="Google Shape;533;g3006347a72a_0_41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34" name="Google Shape;534;g3006347a72a_0_4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fr"/>
              <a:t>Nous avons évalué nos modèle avec une métrique WER Word Error Rate qui s’obtient en prenant en compte: </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Clr>
                <a:schemeClr val="dk1"/>
              </a:buClr>
              <a:buSzPts val="1100"/>
              <a:buFont typeface="Arial"/>
              <a:buNone/>
            </a:pPr>
            <a:r>
              <a:rPr lang="fr"/>
              <a:t>— S est le nombre de substitutions.</a:t>
            </a:r>
            <a:endParaRPr/>
          </a:p>
          <a:p>
            <a:pPr indent="0" lvl="0" marL="0" rtl="0" algn="l">
              <a:lnSpc>
                <a:spcPct val="100000"/>
              </a:lnSpc>
              <a:spcBef>
                <a:spcPts val="0"/>
              </a:spcBef>
              <a:spcAft>
                <a:spcPts val="0"/>
              </a:spcAft>
              <a:buClr>
                <a:schemeClr val="dk1"/>
              </a:buClr>
              <a:buSzPts val="1100"/>
              <a:buFont typeface="Arial"/>
              <a:buNone/>
            </a:pPr>
            <a:r>
              <a:rPr lang="fr"/>
              <a:t>— D est le nombre de suppressions.</a:t>
            </a:r>
            <a:endParaRPr/>
          </a:p>
          <a:p>
            <a:pPr indent="0" lvl="0" marL="0" rtl="0" algn="l">
              <a:lnSpc>
                <a:spcPct val="100000"/>
              </a:lnSpc>
              <a:spcBef>
                <a:spcPts val="0"/>
              </a:spcBef>
              <a:spcAft>
                <a:spcPts val="0"/>
              </a:spcAft>
              <a:buClr>
                <a:schemeClr val="dk1"/>
              </a:buClr>
              <a:buSzPts val="1100"/>
              <a:buFont typeface="Arial"/>
              <a:buNone/>
            </a:pPr>
            <a:r>
              <a:rPr lang="fr"/>
              <a:t>— I est le nombre d’insertions.</a:t>
            </a:r>
            <a:endParaRPr/>
          </a:p>
          <a:p>
            <a:pPr indent="0" lvl="0" marL="0" rtl="0" algn="l">
              <a:lnSpc>
                <a:spcPct val="100000"/>
              </a:lnSpc>
              <a:spcBef>
                <a:spcPts val="0"/>
              </a:spcBef>
              <a:spcAft>
                <a:spcPts val="0"/>
              </a:spcAft>
              <a:buClr>
                <a:schemeClr val="dk1"/>
              </a:buClr>
              <a:buSzPts val="1100"/>
              <a:buFont typeface="Arial"/>
              <a:buNone/>
            </a:pPr>
            <a:r>
              <a:rPr lang="fr"/>
              <a:t>— N est le nombre total de mots dans la référence.</a:t>
            </a:r>
            <a:endParaRPr/>
          </a:p>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2" name="Shape 542"/>
        <p:cNvGrpSpPr/>
        <p:nvPr/>
      </p:nvGrpSpPr>
      <p:grpSpPr>
        <a:xfrm>
          <a:off x="0" y="0"/>
          <a:ext cx="0" cy="0"/>
          <a:chOff x="0" y="0"/>
          <a:chExt cx="0" cy="0"/>
        </a:xfrm>
      </p:grpSpPr>
      <p:sp>
        <p:nvSpPr>
          <p:cNvPr id="543" name="Google Shape;543;p3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44" name="Google Shape;544;p3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9" name="Shape 549"/>
        <p:cNvGrpSpPr/>
        <p:nvPr/>
      </p:nvGrpSpPr>
      <p:grpSpPr>
        <a:xfrm>
          <a:off x="0" y="0"/>
          <a:ext cx="0" cy="0"/>
          <a:chOff x="0" y="0"/>
          <a:chExt cx="0" cy="0"/>
        </a:xfrm>
      </p:grpSpPr>
      <p:sp>
        <p:nvSpPr>
          <p:cNvPr id="550" name="Google Shape;550;g2d33b3c898e_0_10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51" name="Google Shape;551;g2d33b3c898e_0_10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lang="fr"/>
              <a:t>Notre jeu de donnees  complet apres pretraitement comprend 8032 fichiers et 60 mots nous avons utilisé 1281 fichiers et 19 mots isolés pour les experimentation</a:t>
            </a:r>
            <a:endParaRPr/>
          </a:p>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9" name="Shape 559"/>
        <p:cNvGrpSpPr/>
        <p:nvPr/>
      </p:nvGrpSpPr>
      <p:grpSpPr>
        <a:xfrm>
          <a:off x="0" y="0"/>
          <a:ext cx="0" cy="0"/>
          <a:chOff x="0" y="0"/>
          <a:chExt cx="0" cy="0"/>
        </a:xfrm>
      </p:grpSpPr>
      <p:sp>
        <p:nvSpPr>
          <p:cNvPr id="560" name="Google Shape;560;g2d33b3c898e_0_12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61" name="Google Shape;561;g2d33b3c898e_0_12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7" name="Shape 567"/>
        <p:cNvGrpSpPr/>
        <p:nvPr/>
      </p:nvGrpSpPr>
      <p:grpSpPr>
        <a:xfrm>
          <a:off x="0" y="0"/>
          <a:ext cx="0" cy="0"/>
          <a:chOff x="0" y="0"/>
          <a:chExt cx="0" cy="0"/>
        </a:xfrm>
      </p:grpSpPr>
      <p:sp>
        <p:nvSpPr>
          <p:cNvPr id="568" name="Google Shape;568;g59d59b4029cf42d9_2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69" name="Google Shape;569;g59d59b4029cf42d9_2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2" name="Shape 582"/>
        <p:cNvGrpSpPr/>
        <p:nvPr/>
      </p:nvGrpSpPr>
      <p:grpSpPr>
        <a:xfrm>
          <a:off x="0" y="0"/>
          <a:ext cx="0" cy="0"/>
          <a:chOff x="0" y="0"/>
          <a:chExt cx="0" cy="0"/>
        </a:xfrm>
      </p:grpSpPr>
      <p:sp>
        <p:nvSpPr>
          <p:cNvPr id="583" name="Google Shape;583;g2d33b3c898e_0_13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84" name="Google Shape;584;g2d33b3c898e_0_13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317500" lvl="0" marL="457200" rtl="0" algn="just">
              <a:lnSpc>
                <a:spcPct val="100000"/>
              </a:lnSpc>
              <a:spcBef>
                <a:spcPts val="0"/>
              </a:spcBef>
              <a:spcAft>
                <a:spcPts val="0"/>
              </a:spcAft>
              <a:buSzPts val="1400"/>
              <a:buChar char="●"/>
            </a:pPr>
            <a:r>
              <a:rPr lang="fr" sz="1400"/>
              <a:t>un cnn a ete entraine a predire les embeddings de train du GNN</a:t>
            </a:r>
            <a:endParaRPr sz="1400"/>
          </a:p>
          <a:p>
            <a:pPr indent="-317500" lvl="0" marL="457200" rtl="0" algn="just">
              <a:lnSpc>
                <a:spcPct val="100000"/>
              </a:lnSpc>
              <a:spcBef>
                <a:spcPts val="0"/>
              </a:spcBef>
              <a:spcAft>
                <a:spcPts val="0"/>
              </a:spcAft>
              <a:buSzPts val="1400"/>
              <a:buChar char="●"/>
            </a:pPr>
            <a:r>
              <a:rPr lang="fr" sz="1400"/>
              <a:t>puis ce cnn est utilise pour avoir de nouveaux embeddings de test </a:t>
            </a:r>
            <a:endParaRPr sz="1400"/>
          </a:p>
          <a:p>
            <a:pPr indent="-317500" lvl="0" marL="457200" rtl="0" algn="just">
              <a:lnSpc>
                <a:spcPct val="100000"/>
              </a:lnSpc>
              <a:spcBef>
                <a:spcPts val="0"/>
              </a:spcBef>
              <a:spcAft>
                <a:spcPts val="0"/>
              </a:spcAft>
              <a:buSzPts val="1400"/>
              <a:buChar char="●"/>
            </a:pPr>
            <a:r>
              <a:rPr lang="fr" sz="1400"/>
              <a:t>les embeddings de test et de train sont utilises pour entrainer un svm</a:t>
            </a:r>
            <a:endParaRPr sz="1400"/>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0" name="Shape 600"/>
        <p:cNvGrpSpPr/>
        <p:nvPr/>
      </p:nvGrpSpPr>
      <p:grpSpPr>
        <a:xfrm>
          <a:off x="0" y="0"/>
          <a:ext cx="0" cy="0"/>
          <a:chOff x="0" y="0"/>
          <a:chExt cx="0" cy="0"/>
        </a:xfrm>
      </p:grpSpPr>
      <p:sp>
        <p:nvSpPr>
          <p:cNvPr id="601" name="Google Shape;601;p3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02" name="Google Shape;602;p3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rPr lang="fr" sz="1200">
                <a:latin typeface="Calibri"/>
                <a:ea typeface="Calibri"/>
                <a:cs typeface="Calibri"/>
                <a:sym typeface="Calibri"/>
              </a:rPr>
              <a:t>Dans notre travail nous avons utilisé: </a:t>
            </a:r>
            <a:endParaRPr sz="1200">
              <a:latin typeface="Calibri"/>
              <a:ea typeface="Calibri"/>
              <a:cs typeface="Calibri"/>
              <a:sym typeface="Calibri"/>
            </a:endParaRPr>
          </a:p>
          <a:p>
            <a:pPr indent="-304800" lvl="0" marL="457200" rtl="0" algn="l">
              <a:lnSpc>
                <a:spcPct val="100000"/>
              </a:lnSpc>
              <a:spcBef>
                <a:spcPts val="0"/>
              </a:spcBef>
              <a:spcAft>
                <a:spcPts val="0"/>
              </a:spcAft>
              <a:buSzPts val="1200"/>
              <a:buFont typeface="Calibri"/>
              <a:buChar char="●"/>
            </a:pPr>
            <a:r>
              <a:rPr lang="fr" sz="1200">
                <a:latin typeface="Calibri"/>
                <a:ea typeface="Calibri"/>
                <a:cs typeface="Calibri"/>
                <a:sym typeface="Calibri"/>
              </a:rPr>
              <a:t>python comme langage de programmation</a:t>
            </a:r>
            <a:endParaRPr sz="1200">
              <a:latin typeface="Calibri"/>
              <a:ea typeface="Calibri"/>
              <a:cs typeface="Calibri"/>
              <a:sym typeface="Calibri"/>
            </a:endParaRPr>
          </a:p>
          <a:p>
            <a:pPr indent="-304800" lvl="0" marL="457200" rtl="0" algn="l">
              <a:lnSpc>
                <a:spcPct val="100000"/>
              </a:lnSpc>
              <a:spcBef>
                <a:spcPts val="0"/>
              </a:spcBef>
              <a:spcAft>
                <a:spcPts val="0"/>
              </a:spcAft>
              <a:buSzPts val="1200"/>
              <a:buFont typeface="Calibri"/>
              <a:buChar char="●"/>
            </a:pPr>
            <a:r>
              <a:rPr lang="fr" sz="1200">
                <a:latin typeface="Calibri"/>
                <a:ea typeface="Calibri"/>
                <a:cs typeface="Calibri"/>
                <a:sym typeface="Calibri"/>
              </a:rPr>
              <a:t>visual studio code pour l’édition du code</a:t>
            </a:r>
            <a:endParaRPr sz="1200">
              <a:latin typeface="Calibri"/>
              <a:ea typeface="Calibri"/>
              <a:cs typeface="Calibri"/>
              <a:sym typeface="Calibri"/>
            </a:endParaRPr>
          </a:p>
          <a:p>
            <a:pPr indent="-304800" lvl="0" marL="457200" rtl="0" algn="l">
              <a:lnSpc>
                <a:spcPct val="100000"/>
              </a:lnSpc>
              <a:spcBef>
                <a:spcPts val="0"/>
              </a:spcBef>
              <a:spcAft>
                <a:spcPts val="0"/>
              </a:spcAft>
              <a:buSzPts val="1200"/>
              <a:buFont typeface="Calibri"/>
              <a:buChar char="●"/>
            </a:pPr>
            <a:r>
              <a:rPr lang="fr" sz="1200">
                <a:latin typeface="Calibri"/>
                <a:ea typeface="Calibri"/>
                <a:cs typeface="Calibri"/>
                <a:sym typeface="Calibri"/>
              </a:rPr>
              <a:t>Kaldi pour les experimentations</a:t>
            </a:r>
            <a:endParaRPr sz="1200">
              <a:latin typeface="Calibri"/>
              <a:ea typeface="Calibri"/>
              <a:cs typeface="Calibri"/>
              <a:sym typeface="Calibri"/>
            </a:endParaRPr>
          </a:p>
          <a:p>
            <a:pPr indent="-304800" lvl="0" marL="457200" rtl="0" algn="l">
              <a:lnSpc>
                <a:spcPct val="100000"/>
              </a:lnSpc>
              <a:spcBef>
                <a:spcPts val="0"/>
              </a:spcBef>
              <a:spcAft>
                <a:spcPts val="0"/>
              </a:spcAft>
              <a:buSzPts val="1200"/>
              <a:buFont typeface="Calibri"/>
              <a:buChar char="●"/>
            </a:pPr>
            <a:r>
              <a:rPr lang="fr" sz="1200">
                <a:latin typeface="Calibri"/>
                <a:ea typeface="Calibri"/>
                <a:cs typeface="Calibri"/>
                <a:sym typeface="Calibri"/>
              </a:rPr>
              <a:t>Kaldiio pour le formatage des embeddings au format kaldi</a:t>
            </a:r>
            <a:endParaRPr sz="1200">
              <a:latin typeface="Calibri"/>
              <a:ea typeface="Calibri"/>
              <a:cs typeface="Calibri"/>
              <a:sym typeface="Calibri"/>
            </a:endParaRPr>
          </a:p>
          <a:p>
            <a:pPr indent="0" lvl="0" marL="0" rtl="0" algn="l">
              <a:lnSpc>
                <a:spcPct val="100000"/>
              </a:lnSpc>
              <a:spcBef>
                <a:spcPts val="0"/>
              </a:spcBef>
              <a:spcAft>
                <a:spcPts val="0"/>
              </a:spcAft>
              <a:buSzPts val="1100"/>
              <a:buNone/>
            </a:pPr>
            <a:r>
              <a:rPr lang="fr" sz="1200">
                <a:latin typeface="Calibri"/>
                <a:ea typeface="Calibri"/>
                <a:cs typeface="Calibri"/>
                <a:sym typeface="Calibri"/>
              </a:rPr>
              <a:t>-&gt; résultats</a:t>
            </a:r>
            <a:endParaRPr sz="1200">
              <a:latin typeface="Calibri"/>
              <a:ea typeface="Calibri"/>
              <a:cs typeface="Calibri"/>
              <a:sym typeface="Calibri"/>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4" name="Shape 614"/>
        <p:cNvGrpSpPr/>
        <p:nvPr/>
      </p:nvGrpSpPr>
      <p:grpSpPr>
        <a:xfrm>
          <a:off x="0" y="0"/>
          <a:ext cx="0" cy="0"/>
          <a:chOff x="0" y="0"/>
          <a:chExt cx="0" cy="0"/>
        </a:xfrm>
      </p:grpSpPr>
      <p:sp>
        <p:nvSpPr>
          <p:cNvPr id="615" name="Google Shape;615;p3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16" name="Google Shape;616;p3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lang="fr" sz="1200"/>
              <a:t>Les résultats que nous avons obtenus sont résumés dans les tableaux suivants. Le modèle de base, utilisant Kaldi, a atteint un taux d'erreur de 6,61%. Le modèle proposé 1, basé sur les embeddings de train et de test générés par le GNN, a enregistré un taux d'erreur élevé de 94,36%. Le modèle proposé 2, combinant les embeddings de test issus d'un CNN et ceux de train issus du GNN, qui ont ensuite été traités par un SVM, a reduit l’erreur de 64,67% sur l'ensemble du jeu de données, qui a obtenu une erreur de 6,21% sur les données d’entrainement.</a:t>
            </a:r>
            <a:endParaRPr sz="1200"/>
          </a:p>
          <a:p>
            <a:pPr indent="0" lvl="0" marL="0" rtl="0" algn="l">
              <a:lnSpc>
                <a:spcPct val="100000"/>
              </a:lnSpc>
              <a:spcBef>
                <a:spcPts val="0"/>
              </a:spcBef>
              <a:spcAft>
                <a:spcPts val="0"/>
              </a:spcAft>
              <a:buClr>
                <a:schemeClr val="dk1"/>
              </a:buClr>
              <a:buSzPts val="1100"/>
              <a:buFont typeface="Arial"/>
              <a:buNone/>
            </a:pPr>
            <a:r>
              <a:t/>
            </a:r>
            <a:endParaRPr sz="1200"/>
          </a:p>
          <a:p>
            <a:pPr indent="0" lvl="0" marL="0" rtl="0" algn="l">
              <a:lnSpc>
                <a:spcPct val="100000"/>
              </a:lnSpc>
              <a:spcBef>
                <a:spcPts val="0"/>
              </a:spcBef>
              <a:spcAft>
                <a:spcPts val="0"/>
              </a:spcAft>
              <a:buClr>
                <a:schemeClr val="dk1"/>
              </a:buClr>
              <a:buSzPts val="1100"/>
              <a:buFont typeface="Arial"/>
              <a:buNone/>
            </a:pPr>
            <a:r>
              <a:rPr lang="fr" sz="1200"/>
              <a:t>Ces expériences nous ont permis d’emettre l’hypothese suivante: la manière avec laquelle  un nœud de test est intégré dans le graphe pour le calcul des embeddings a un impact significatif sur la qualité de la représentation du GNN.</a:t>
            </a:r>
            <a:endParaRPr sz="1200"/>
          </a:p>
          <a:p>
            <a:pPr indent="0" lvl="0" marL="0" rtl="0" algn="l">
              <a:lnSpc>
                <a:spcPct val="100000"/>
              </a:lnSpc>
              <a:spcBef>
                <a:spcPts val="0"/>
              </a:spcBef>
              <a:spcAft>
                <a:spcPts val="0"/>
              </a:spcAft>
              <a:buSzPts val="1400"/>
              <a:buNone/>
            </a:pPr>
            <a:r>
              <a:t/>
            </a:r>
            <a:endParaRPr sz="1200"/>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3" name="Shape 623"/>
        <p:cNvGrpSpPr/>
        <p:nvPr/>
      </p:nvGrpSpPr>
      <p:grpSpPr>
        <a:xfrm>
          <a:off x="0" y="0"/>
          <a:ext cx="0" cy="0"/>
          <a:chOff x="0" y="0"/>
          <a:chExt cx="0" cy="0"/>
        </a:xfrm>
      </p:grpSpPr>
      <p:sp>
        <p:nvSpPr>
          <p:cNvPr id="624" name="Google Shape;624;g3030270cd2e_0_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25" name="Google Shape;625;g3030270cd2e_0_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rPr lang="fr"/>
              <a:t>En guise de conclusion</a:t>
            </a: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0" name="Shape 630"/>
        <p:cNvGrpSpPr/>
        <p:nvPr/>
      </p:nvGrpSpPr>
      <p:grpSpPr>
        <a:xfrm>
          <a:off x="0" y="0"/>
          <a:ext cx="0" cy="0"/>
          <a:chOff x="0" y="0"/>
          <a:chExt cx="0" cy="0"/>
        </a:xfrm>
      </p:grpSpPr>
      <p:sp>
        <p:nvSpPr>
          <p:cNvPr id="631" name="Google Shape;631;p3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32" name="Google Shape;632;p3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t/>
            </a: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0" name="Shape 640"/>
        <p:cNvGrpSpPr/>
        <p:nvPr/>
      </p:nvGrpSpPr>
      <p:grpSpPr>
        <a:xfrm>
          <a:off x="0" y="0"/>
          <a:ext cx="0" cy="0"/>
          <a:chOff x="0" y="0"/>
          <a:chExt cx="0" cy="0"/>
        </a:xfrm>
      </p:grpSpPr>
      <p:sp>
        <p:nvSpPr>
          <p:cNvPr id="641" name="Google Shape;641;p4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42" name="Google Shape;642;p4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fr"/>
              <a:t>Les limites de notre travail sont les suivants: </a:t>
            </a: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1" name="Shape 651"/>
        <p:cNvGrpSpPr/>
        <p:nvPr/>
      </p:nvGrpSpPr>
      <p:grpSpPr>
        <a:xfrm>
          <a:off x="0" y="0"/>
          <a:ext cx="0" cy="0"/>
          <a:chOff x="0" y="0"/>
          <a:chExt cx="0" cy="0"/>
        </a:xfrm>
      </p:grpSpPr>
      <p:sp>
        <p:nvSpPr>
          <p:cNvPr id="652" name="Google Shape;652;g2d33b3c898e_0_8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53" name="Google Shape;653;g2d33b3c898e_0_8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fr"/>
              <a:t>Comme perspectives nous avons</a:t>
            </a:r>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4" name="Shape 664"/>
        <p:cNvGrpSpPr/>
        <p:nvPr/>
      </p:nvGrpSpPr>
      <p:grpSpPr>
        <a:xfrm>
          <a:off x="0" y="0"/>
          <a:ext cx="0" cy="0"/>
          <a:chOff x="0" y="0"/>
          <a:chExt cx="0" cy="0"/>
        </a:xfrm>
      </p:grpSpPr>
      <p:sp>
        <p:nvSpPr>
          <p:cNvPr id="665" name="Google Shape;665;g31bd7dd61e1_0_1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66" name="Google Shape;666;g31bd7dd61e1_0_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3" name="Shape 673"/>
        <p:cNvGrpSpPr/>
        <p:nvPr/>
      </p:nvGrpSpPr>
      <p:grpSpPr>
        <a:xfrm>
          <a:off x="0" y="0"/>
          <a:ext cx="0" cy="0"/>
          <a:chOff x="0" y="0"/>
          <a:chExt cx="0" cy="0"/>
        </a:xfrm>
      </p:grpSpPr>
      <p:sp>
        <p:nvSpPr>
          <p:cNvPr id="674" name="Google Shape;674;p4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75" name="Google Shape;675;p4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400"/>
              <a:buNone/>
            </a:pPr>
            <a:r>
              <a:rPr lang="fr"/>
              <a:t>Nous vous remercions pour votre aimable attention et nous vous repassons la parole pour les questions, remarques et suggestions</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type="title">
  <p:cSld name="TITLE">
    <p:bg>
      <p:bgPr>
        <a:blipFill>
          <a:blip r:embed="rId2">
            <a:alphaModFix/>
          </a:blip>
          <a:stretch>
            <a:fillRect/>
          </a:stretch>
        </a:blipFill>
      </p:bgPr>
    </p:bg>
    <p:spTree>
      <p:nvGrpSpPr>
        <p:cNvPr id="9" name="Shape 9"/>
        <p:cNvGrpSpPr/>
        <p:nvPr/>
      </p:nvGrpSpPr>
      <p:grpSpPr>
        <a:xfrm>
          <a:off x="0" y="0"/>
          <a:ext cx="0" cy="0"/>
          <a:chOff x="0" y="0"/>
          <a:chExt cx="0" cy="0"/>
        </a:xfrm>
      </p:grpSpPr>
      <p:sp>
        <p:nvSpPr>
          <p:cNvPr id="10" name="Google Shape;10;p44"/>
          <p:cNvSpPr txBox="1"/>
          <p:nvPr>
            <p:ph type="ctrTitle"/>
          </p:nvPr>
        </p:nvSpPr>
        <p:spPr>
          <a:xfrm>
            <a:off x="1700185" y="1991850"/>
            <a:ext cx="5807400" cy="11598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5800"/>
              <a:buNone/>
              <a:defRPr b="1" sz="5800"/>
            </a:lvl1pPr>
            <a:lvl2pPr lvl="1" algn="l">
              <a:lnSpc>
                <a:spcPct val="100000"/>
              </a:lnSpc>
              <a:spcBef>
                <a:spcPts val="0"/>
              </a:spcBef>
              <a:spcAft>
                <a:spcPts val="0"/>
              </a:spcAft>
              <a:buSzPts val="5800"/>
              <a:buNone/>
              <a:defRPr b="1" sz="5800"/>
            </a:lvl2pPr>
            <a:lvl3pPr lvl="2" algn="l">
              <a:lnSpc>
                <a:spcPct val="100000"/>
              </a:lnSpc>
              <a:spcBef>
                <a:spcPts val="0"/>
              </a:spcBef>
              <a:spcAft>
                <a:spcPts val="0"/>
              </a:spcAft>
              <a:buSzPts val="5800"/>
              <a:buNone/>
              <a:defRPr b="1" sz="5800"/>
            </a:lvl3pPr>
            <a:lvl4pPr lvl="3" algn="l">
              <a:lnSpc>
                <a:spcPct val="100000"/>
              </a:lnSpc>
              <a:spcBef>
                <a:spcPts val="0"/>
              </a:spcBef>
              <a:spcAft>
                <a:spcPts val="0"/>
              </a:spcAft>
              <a:buSzPts val="5800"/>
              <a:buNone/>
              <a:defRPr b="1" sz="5800"/>
            </a:lvl4pPr>
            <a:lvl5pPr lvl="4" algn="l">
              <a:lnSpc>
                <a:spcPct val="100000"/>
              </a:lnSpc>
              <a:spcBef>
                <a:spcPts val="0"/>
              </a:spcBef>
              <a:spcAft>
                <a:spcPts val="0"/>
              </a:spcAft>
              <a:buSzPts val="5800"/>
              <a:buNone/>
              <a:defRPr b="1" sz="5800"/>
            </a:lvl5pPr>
            <a:lvl6pPr lvl="5" algn="l">
              <a:lnSpc>
                <a:spcPct val="100000"/>
              </a:lnSpc>
              <a:spcBef>
                <a:spcPts val="0"/>
              </a:spcBef>
              <a:spcAft>
                <a:spcPts val="0"/>
              </a:spcAft>
              <a:buSzPts val="5800"/>
              <a:buNone/>
              <a:defRPr b="1" sz="5800"/>
            </a:lvl6pPr>
            <a:lvl7pPr lvl="6" algn="l">
              <a:lnSpc>
                <a:spcPct val="100000"/>
              </a:lnSpc>
              <a:spcBef>
                <a:spcPts val="0"/>
              </a:spcBef>
              <a:spcAft>
                <a:spcPts val="0"/>
              </a:spcAft>
              <a:buSzPts val="5800"/>
              <a:buNone/>
              <a:defRPr b="1" sz="5800"/>
            </a:lvl7pPr>
            <a:lvl8pPr lvl="7" algn="l">
              <a:lnSpc>
                <a:spcPct val="100000"/>
              </a:lnSpc>
              <a:spcBef>
                <a:spcPts val="0"/>
              </a:spcBef>
              <a:spcAft>
                <a:spcPts val="0"/>
              </a:spcAft>
              <a:buSzPts val="5800"/>
              <a:buNone/>
              <a:defRPr b="1" sz="5800"/>
            </a:lvl8pPr>
            <a:lvl9pPr lvl="8" algn="l">
              <a:lnSpc>
                <a:spcPct val="100000"/>
              </a:lnSpc>
              <a:spcBef>
                <a:spcPts val="0"/>
              </a:spcBef>
              <a:spcAft>
                <a:spcPts val="0"/>
              </a:spcAft>
              <a:buSzPts val="5800"/>
              <a:buNone/>
              <a:defRPr b="1" sz="5800"/>
            </a:lvl9pPr>
          </a:lstStyle>
          <a:p/>
        </p:txBody>
      </p:sp>
      <p:sp>
        <p:nvSpPr>
          <p:cNvPr id="11" name="Google Shape;11;p44"/>
          <p:cNvSpPr/>
          <p:nvPr/>
        </p:nvSpPr>
        <p:spPr>
          <a:xfrm>
            <a:off x="7337531" y="4630074"/>
            <a:ext cx="96300" cy="96000"/>
          </a:xfrm>
          <a:prstGeom prst="ellipse">
            <a:avLst/>
          </a:prstGeom>
          <a:solidFill>
            <a:schemeClr val="accent1"/>
          </a:solid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 name="Google Shape;12;p44"/>
          <p:cNvSpPr/>
          <p:nvPr/>
        </p:nvSpPr>
        <p:spPr>
          <a:xfrm>
            <a:off x="7790243" y="4182401"/>
            <a:ext cx="96300" cy="96000"/>
          </a:xfrm>
          <a:prstGeom prst="ellipse">
            <a:avLst/>
          </a:prstGeom>
          <a:solidFill>
            <a:schemeClr val="accent1"/>
          </a:solid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 name="Google Shape;13;p44"/>
          <p:cNvSpPr/>
          <p:nvPr/>
        </p:nvSpPr>
        <p:spPr>
          <a:xfrm>
            <a:off x="8893253" y="3333348"/>
            <a:ext cx="57600" cy="57600"/>
          </a:xfrm>
          <a:prstGeom prst="ellipse">
            <a:avLst/>
          </a:prstGeom>
          <a:solidFill>
            <a:schemeClr val="accent1"/>
          </a:solid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 name="Google Shape;14;p44"/>
          <p:cNvSpPr/>
          <p:nvPr/>
        </p:nvSpPr>
        <p:spPr>
          <a:xfrm>
            <a:off x="8771302" y="4923775"/>
            <a:ext cx="96300" cy="96000"/>
          </a:xfrm>
          <a:prstGeom prst="ellipse">
            <a:avLst/>
          </a:prstGeom>
          <a:solidFill>
            <a:schemeClr val="accent1"/>
          </a:solid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 name="Google Shape;15;p44"/>
          <p:cNvSpPr/>
          <p:nvPr/>
        </p:nvSpPr>
        <p:spPr>
          <a:xfrm>
            <a:off x="2386266" y="508134"/>
            <a:ext cx="96300" cy="96000"/>
          </a:xfrm>
          <a:prstGeom prst="ellipse">
            <a:avLst/>
          </a:prstGeom>
          <a:solidFill>
            <a:schemeClr val="accent1"/>
          </a:solid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 name="Google Shape;16;p44"/>
          <p:cNvSpPr/>
          <p:nvPr/>
        </p:nvSpPr>
        <p:spPr>
          <a:xfrm>
            <a:off x="479460" y="2703980"/>
            <a:ext cx="96300" cy="96000"/>
          </a:xfrm>
          <a:prstGeom prst="ellipse">
            <a:avLst/>
          </a:prstGeom>
          <a:solidFill>
            <a:schemeClr val="accent1"/>
          </a:solid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 name="Google Shape;17;p44"/>
          <p:cNvSpPr/>
          <p:nvPr/>
        </p:nvSpPr>
        <p:spPr>
          <a:xfrm>
            <a:off x="261540" y="643097"/>
            <a:ext cx="96300" cy="96000"/>
          </a:xfrm>
          <a:prstGeom prst="ellipse">
            <a:avLst/>
          </a:prstGeom>
          <a:solidFill>
            <a:schemeClr val="accent1"/>
          </a:solid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 name="Google Shape;18;p44"/>
          <p:cNvSpPr/>
          <p:nvPr/>
        </p:nvSpPr>
        <p:spPr>
          <a:xfrm>
            <a:off x="507235" y="1080863"/>
            <a:ext cx="192600" cy="192300"/>
          </a:xfrm>
          <a:prstGeom prst="ellipse">
            <a:avLst/>
          </a:pr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 name="Google Shape;19;p44"/>
          <p:cNvSpPr/>
          <p:nvPr/>
        </p:nvSpPr>
        <p:spPr>
          <a:xfrm>
            <a:off x="8314019" y="3625322"/>
            <a:ext cx="144300" cy="144000"/>
          </a:xfrm>
          <a:prstGeom prst="ellipse">
            <a:avLst/>
          </a:pr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 name="Google Shape;20;p44"/>
          <p:cNvSpPr/>
          <p:nvPr/>
        </p:nvSpPr>
        <p:spPr>
          <a:xfrm>
            <a:off x="8882858" y="4186761"/>
            <a:ext cx="144300" cy="144000"/>
          </a:xfrm>
          <a:prstGeom prst="ellipse">
            <a:avLst/>
          </a:pr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 name="Google Shape;21;p44"/>
          <p:cNvSpPr/>
          <p:nvPr/>
        </p:nvSpPr>
        <p:spPr>
          <a:xfrm>
            <a:off x="158313" y="1596559"/>
            <a:ext cx="57600" cy="57600"/>
          </a:xfrm>
          <a:prstGeom prst="ellipse">
            <a:avLst/>
          </a:prstGeom>
          <a:solidFill>
            <a:schemeClr val="accent1"/>
          </a:solid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 name="Google Shape;22;p44"/>
          <p:cNvSpPr/>
          <p:nvPr/>
        </p:nvSpPr>
        <p:spPr>
          <a:xfrm>
            <a:off x="1396483" y="226428"/>
            <a:ext cx="192600" cy="192300"/>
          </a:xfrm>
          <a:prstGeom prst="ellipse">
            <a:avLst/>
          </a:pr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 name="Google Shape;23;p44"/>
          <p:cNvSpPr/>
          <p:nvPr/>
        </p:nvSpPr>
        <p:spPr>
          <a:xfrm>
            <a:off x="617492" y="2000594"/>
            <a:ext cx="57600" cy="57600"/>
          </a:xfrm>
          <a:prstGeom prst="ellipse">
            <a:avLst/>
          </a:prstGeom>
          <a:solidFill>
            <a:schemeClr val="accent1"/>
          </a:solid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 name="Google Shape;24;p44"/>
          <p:cNvSpPr/>
          <p:nvPr/>
        </p:nvSpPr>
        <p:spPr>
          <a:xfrm>
            <a:off x="3425273" y="387880"/>
            <a:ext cx="57600" cy="57600"/>
          </a:xfrm>
          <a:prstGeom prst="ellipse">
            <a:avLst/>
          </a:prstGeom>
          <a:solidFill>
            <a:schemeClr val="accent1"/>
          </a:solid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 name="Google Shape;25;p44"/>
          <p:cNvSpPr/>
          <p:nvPr/>
        </p:nvSpPr>
        <p:spPr>
          <a:xfrm>
            <a:off x="8014029" y="4567546"/>
            <a:ext cx="192600" cy="192300"/>
          </a:xfrm>
          <a:prstGeom prst="ellipse">
            <a:avLst/>
          </a:pr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2 columns" type="twoColTx">
  <p:cSld name="TITLE_AND_TWO_COLUMNS">
    <p:spTree>
      <p:nvGrpSpPr>
        <p:cNvPr id="26" name="Shape 26"/>
        <p:cNvGrpSpPr/>
        <p:nvPr/>
      </p:nvGrpSpPr>
      <p:grpSpPr>
        <a:xfrm>
          <a:off x="0" y="0"/>
          <a:ext cx="0" cy="0"/>
          <a:chOff x="0" y="0"/>
          <a:chExt cx="0" cy="0"/>
        </a:xfrm>
      </p:grpSpPr>
      <p:sp>
        <p:nvSpPr>
          <p:cNvPr id="27" name="Google Shape;27;p45"/>
          <p:cNvSpPr txBox="1"/>
          <p:nvPr>
            <p:ph type="title"/>
          </p:nvPr>
        </p:nvSpPr>
        <p:spPr>
          <a:xfrm>
            <a:off x="786150" y="308120"/>
            <a:ext cx="7571700" cy="7026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000"/>
              <a:buNone/>
              <a:defRPr/>
            </a:lvl1pPr>
            <a:lvl2pPr lvl="1" algn="l">
              <a:lnSpc>
                <a:spcPct val="100000"/>
              </a:lnSpc>
              <a:spcBef>
                <a:spcPts val="0"/>
              </a:spcBef>
              <a:spcAft>
                <a:spcPts val="0"/>
              </a:spcAft>
              <a:buSzPts val="2000"/>
              <a:buNone/>
              <a:defRPr/>
            </a:lvl2pPr>
            <a:lvl3pPr lvl="2" algn="l">
              <a:lnSpc>
                <a:spcPct val="100000"/>
              </a:lnSpc>
              <a:spcBef>
                <a:spcPts val="0"/>
              </a:spcBef>
              <a:spcAft>
                <a:spcPts val="0"/>
              </a:spcAft>
              <a:buSzPts val="2000"/>
              <a:buNone/>
              <a:defRPr/>
            </a:lvl3pPr>
            <a:lvl4pPr lvl="3" algn="l">
              <a:lnSpc>
                <a:spcPct val="100000"/>
              </a:lnSpc>
              <a:spcBef>
                <a:spcPts val="0"/>
              </a:spcBef>
              <a:spcAft>
                <a:spcPts val="0"/>
              </a:spcAft>
              <a:buSzPts val="2000"/>
              <a:buNone/>
              <a:defRPr/>
            </a:lvl4pPr>
            <a:lvl5pPr lvl="4" algn="l">
              <a:lnSpc>
                <a:spcPct val="100000"/>
              </a:lnSpc>
              <a:spcBef>
                <a:spcPts val="0"/>
              </a:spcBef>
              <a:spcAft>
                <a:spcPts val="0"/>
              </a:spcAft>
              <a:buSzPts val="2000"/>
              <a:buNone/>
              <a:defRPr/>
            </a:lvl5pPr>
            <a:lvl6pPr lvl="5" algn="l">
              <a:lnSpc>
                <a:spcPct val="100000"/>
              </a:lnSpc>
              <a:spcBef>
                <a:spcPts val="0"/>
              </a:spcBef>
              <a:spcAft>
                <a:spcPts val="0"/>
              </a:spcAft>
              <a:buSzPts val="2000"/>
              <a:buNone/>
              <a:defRPr/>
            </a:lvl6pPr>
            <a:lvl7pPr lvl="6" algn="l">
              <a:lnSpc>
                <a:spcPct val="100000"/>
              </a:lnSpc>
              <a:spcBef>
                <a:spcPts val="0"/>
              </a:spcBef>
              <a:spcAft>
                <a:spcPts val="0"/>
              </a:spcAft>
              <a:buSzPts val="2000"/>
              <a:buNone/>
              <a:defRPr/>
            </a:lvl7pPr>
            <a:lvl8pPr lvl="7" algn="l">
              <a:lnSpc>
                <a:spcPct val="100000"/>
              </a:lnSpc>
              <a:spcBef>
                <a:spcPts val="0"/>
              </a:spcBef>
              <a:spcAft>
                <a:spcPts val="0"/>
              </a:spcAft>
              <a:buSzPts val="2000"/>
              <a:buNone/>
              <a:defRPr/>
            </a:lvl8pPr>
            <a:lvl9pPr lvl="8" algn="l">
              <a:lnSpc>
                <a:spcPct val="100000"/>
              </a:lnSpc>
              <a:spcBef>
                <a:spcPts val="0"/>
              </a:spcBef>
              <a:spcAft>
                <a:spcPts val="0"/>
              </a:spcAft>
              <a:buSzPts val="2000"/>
              <a:buNone/>
              <a:defRPr/>
            </a:lvl9pPr>
          </a:lstStyle>
          <a:p/>
        </p:txBody>
      </p:sp>
      <p:sp>
        <p:nvSpPr>
          <p:cNvPr id="28" name="Google Shape;28;p45"/>
          <p:cNvSpPr txBox="1"/>
          <p:nvPr>
            <p:ph idx="1" type="body"/>
          </p:nvPr>
        </p:nvSpPr>
        <p:spPr>
          <a:xfrm>
            <a:off x="786137" y="1200150"/>
            <a:ext cx="3675300" cy="3725700"/>
          </a:xfrm>
          <a:prstGeom prst="rect">
            <a:avLst/>
          </a:prstGeom>
          <a:noFill/>
          <a:ln>
            <a:noFill/>
          </a:ln>
        </p:spPr>
        <p:txBody>
          <a:bodyPr anchorCtr="0" anchor="t" bIns="91425" lIns="91425" spcFirstLastPara="1" rIns="91425" wrap="square" tIns="91425">
            <a:noAutofit/>
          </a:bodyPr>
          <a:lstStyle>
            <a:lvl1pPr indent="-355600" lvl="0" marL="457200" algn="l">
              <a:lnSpc>
                <a:spcPct val="100000"/>
              </a:lnSpc>
              <a:spcBef>
                <a:spcPts val="600"/>
              </a:spcBef>
              <a:spcAft>
                <a:spcPts val="0"/>
              </a:spcAft>
              <a:buSzPts val="2000"/>
              <a:buChar char="◎"/>
              <a:defRPr sz="2000"/>
            </a:lvl1pPr>
            <a:lvl2pPr indent="-355600" lvl="1" marL="914400" algn="l">
              <a:lnSpc>
                <a:spcPct val="100000"/>
              </a:lnSpc>
              <a:spcBef>
                <a:spcPts val="0"/>
              </a:spcBef>
              <a:spcAft>
                <a:spcPts val="0"/>
              </a:spcAft>
              <a:buSzPts val="2000"/>
              <a:buChar char="○"/>
              <a:defRPr sz="2000"/>
            </a:lvl2pPr>
            <a:lvl3pPr indent="-355600" lvl="2" marL="1371600" algn="l">
              <a:lnSpc>
                <a:spcPct val="100000"/>
              </a:lnSpc>
              <a:spcBef>
                <a:spcPts val="0"/>
              </a:spcBef>
              <a:spcAft>
                <a:spcPts val="0"/>
              </a:spcAft>
              <a:buSzPts val="2000"/>
              <a:buChar char="◉"/>
              <a:defRPr sz="2000"/>
            </a:lvl3pPr>
            <a:lvl4pPr indent="-355600" lvl="3" marL="1828800" algn="l">
              <a:lnSpc>
                <a:spcPct val="100000"/>
              </a:lnSpc>
              <a:spcBef>
                <a:spcPts val="0"/>
              </a:spcBef>
              <a:spcAft>
                <a:spcPts val="0"/>
              </a:spcAft>
              <a:buSzPts val="2000"/>
              <a:buChar char="●"/>
              <a:defRPr sz="2000"/>
            </a:lvl4pPr>
            <a:lvl5pPr indent="-355600" lvl="4" marL="2286000" algn="l">
              <a:lnSpc>
                <a:spcPct val="100000"/>
              </a:lnSpc>
              <a:spcBef>
                <a:spcPts val="0"/>
              </a:spcBef>
              <a:spcAft>
                <a:spcPts val="0"/>
              </a:spcAft>
              <a:buSzPts val="2000"/>
              <a:buChar char="○"/>
              <a:defRPr sz="2000"/>
            </a:lvl5pPr>
            <a:lvl6pPr indent="-355600" lvl="5" marL="2743200" algn="l">
              <a:lnSpc>
                <a:spcPct val="100000"/>
              </a:lnSpc>
              <a:spcBef>
                <a:spcPts val="0"/>
              </a:spcBef>
              <a:spcAft>
                <a:spcPts val="0"/>
              </a:spcAft>
              <a:buSzPts val="2000"/>
              <a:buChar char="■"/>
              <a:defRPr sz="2000"/>
            </a:lvl6pPr>
            <a:lvl7pPr indent="-355600" lvl="6" marL="3200400" algn="l">
              <a:lnSpc>
                <a:spcPct val="100000"/>
              </a:lnSpc>
              <a:spcBef>
                <a:spcPts val="0"/>
              </a:spcBef>
              <a:spcAft>
                <a:spcPts val="0"/>
              </a:spcAft>
              <a:buSzPts val="2000"/>
              <a:buChar char="●"/>
              <a:defRPr sz="2000"/>
            </a:lvl7pPr>
            <a:lvl8pPr indent="-355600" lvl="7" marL="3657600" algn="l">
              <a:lnSpc>
                <a:spcPct val="100000"/>
              </a:lnSpc>
              <a:spcBef>
                <a:spcPts val="0"/>
              </a:spcBef>
              <a:spcAft>
                <a:spcPts val="0"/>
              </a:spcAft>
              <a:buSzPts val="2000"/>
              <a:buChar char="○"/>
              <a:defRPr sz="2000"/>
            </a:lvl8pPr>
            <a:lvl9pPr indent="-355600" lvl="8" marL="4114800" algn="l">
              <a:lnSpc>
                <a:spcPct val="100000"/>
              </a:lnSpc>
              <a:spcBef>
                <a:spcPts val="0"/>
              </a:spcBef>
              <a:spcAft>
                <a:spcPts val="0"/>
              </a:spcAft>
              <a:buSzPts val="2000"/>
              <a:buChar char="■"/>
              <a:defRPr sz="2000"/>
            </a:lvl9pPr>
          </a:lstStyle>
          <a:p/>
        </p:txBody>
      </p:sp>
      <p:sp>
        <p:nvSpPr>
          <p:cNvPr id="29" name="Google Shape;29;p45"/>
          <p:cNvSpPr txBox="1"/>
          <p:nvPr>
            <p:ph idx="2" type="body"/>
          </p:nvPr>
        </p:nvSpPr>
        <p:spPr>
          <a:xfrm>
            <a:off x="4682659" y="1200150"/>
            <a:ext cx="3675300" cy="3725700"/>
          </a:xfrm>
          <a:prstGeom prst="rect">
            <a:avLst/>
          </a:prstGeom>
          <a:noFill/>
          <a:ln>
            <a:noFill/>
          </a:ln>
        </p:spPr>
        <p:txBody>
          <a:bodyPr anchorCtr="0" anchor="t" bIns="91425" lIns="91425" spcFirstLastPara="1" rIns="91425" wrap="square" tIns="91425">
            <a:noAutofit/>
          </a:bodyPr>
          <a:lstStyle>
            <a:lvl1pPr indent="-355600" lvl="0" marL="457200" algn="l">
              <a:lnSpc>
                <a:spcPct val="100000"/>
              </a:lnSpc>
              <a:spcBef>
                <a:spcPts val="600"/>
              </a:spcBef>
              <a:spcAft>
                <a:spcPts val="0"/>
              </a:spcAft>
              <a:buSzPts val="2000"/>
              <a:buChar char="◎"/>
              <a:defRPr sz="2000"/>
            </a:lvl1pPr>
            <a:lvl2pPr indent="-355600" lvl="1" marL="914400" algn="l">
              <a:lnSpc>
                <a:spcPct val="100000"/>
              </a:lnSpc>
              <a:spcBef>
                <a:spcPts val="0"/>
              </a:spcBef>
              <a:spcAft>
                <a:spcPts val="0"/>
              </a:spcAft>
              <a:buSzPts val="2000"/>
              <a:buChar char="○"/>
              <a:defRPr sz="2000"/>
            </a:lvl2pPr>
            <a:lvl3pPr indent="-355600" lvl="2" marL="1371600" algn="l">
              <a:lnSpc>
                <a:spcPct val="100000"/>
              </a:lnSpc>
              <a:spcBef>
                <a:spcPts val="0"/>
              </a:spcBef>
              <a:spcAft>
                <a:spcPts val="0"/>
              </a:spcAft>
              <a:buSzPts val="2000"/>
              <a:buChar char="◉"/>
              <a:defRPr sz="2000"/>
            </a:lvl3pPr>
            <a:lvl4pPr indent="-355600" lvl="3" marL="1828800" algn="l">
              <a:lnSpc>
                <a:spcPct val="100000"/>
              </a:lnSpc>
              <a:spcBef>
                <a:spcPts val="0"/>
              </a:spcBef>
              <a:spcAft>
                <a:spcPts val="0"/>
              </a:spcAft>
              <a:buSzPts val="2000"/>
              <a:buChar char="●"/>
              <a:defRPr sz="2000"/>
            </a:lvl4pPr>
            <a:lvl5pPr indent="-355600" lvl="4" marL="2286000" algn="l">
              <a:lnSpc>
                <a:spcPct val="100000"/>
              </a:lnSpc>
              <a:spcBef>
                <a:spcPts val="0"/>
              </a:spcBef>
              <a:spcAft>
                <a:spcPts val="0"/>
              </a:spcAft>
              <a:buSzPts val="2000"/>
              <a:buChar char="○"/>
              <a:defRPr sz="2000"/>
            </a:lvl5pPr>
            <a:lvl6pPr indent="-355600" lvl="5" marL="2743200" algn="l">
              <a:lnSpc>
                <a:spcPct val="100000"/>
              </a:lnSpc>
              <a:spcBef>
                <a:spcPts val="0"/>
              </a:spcBef>
              <a:spcAft>
                <a:spcPts val="0"/>
              </a:spcAft>
              <a:buSzPts val="2000"/>
              <a:buChar char="■"/>
              <a:defRPr sz="2000"/>
            </a:lvl6pPr>
            <a:lvl7pPr indent="-355600" lvl="6" marL="3200400" algn="l">
              <a:lnSpc>
                <a:spcPct val="100000"/>
              </a:lnSpc>
              <a:spcBef>
                <a:spcPts val="0"/>
              </a:spcBef>
              <a:spcAft>
                <a:spcPts val="0"/>
              </a:spcAft>
              <a:buSzPts val="2000"/>
              <a:buChar char="●"/>
              <a:defRPr sz="2000"/>
            </a:lvl7pPr>
            <a:lvl8pPr indent="-355600" lvl="7" marL="3657600" algn="l">
              <a:lnSpc>
                <a:spcPct val="100000"/>
              </a:lnSpc>
              <a:spcBef>
                <a:spcPts val="0"/>
              </a:spcBef>
              <a:spcAft>
                <a:spcPts val="0"/>
              </a:spcAft>
              <a:buSzPts val="2000"/>
              <a:buChar char="○"/>
              <a:defRPr sz="2000"/>
            </a:lvl8pPr>
            <a:lvl9pPr indent="-355600" lvl="8" marL="4114800" algn="l">
              <a:lnSpc>
                <a:spcPct val="100000"/>
              </a:lnSpc>
              <a:spcBef>
                <a:spcPts val="0"/>
              </a:spcBef>
              <a:spcAft>
                <a:spcPts val="0"/>
              </a:spcAft>
              <a:buSzPts val="2000"/>
              <a:buChar char="■"/>
              <a:defRPr sz="2000"/>
            </a:lvl9pPr>
          </a:lstStyle>
          <a:p/>
        </p:txBody>
      </p:sp>
      <p:sp>
        <p:nvSpPr>
          <p:cNvPr id="30" name="Google Shape;30;p45"/>
          <p:cNvSpPr txBox="1"/>
          <p:nvPr>
            <p:ph idx="12" type="sldNum"/>
          </p:nvPr>
        </p:nvSpPr>
        <p:spPr>
          <a:xfrm>
            <a:off x="8404384" y="4749851"/>
            <a:ext cx="548700" cy="3936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300"/>
              <a:buFont typeface="Arial"/>
              <a:buNone/>
              <a:defRPr b="1" i="0" sz="1300" u="none" cap="none" strike="noStrike">
                <a:solidFill>
                  <a:schemeClr val="accent1"/>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300"/>
              <a:buFont typeface="Arial"/>
              <a:buNone/>
              <a:defRPr b="1" i="0" sz="1300" u="none" cap="none" strike="noStrike">
                <a:solidFill>
                  <a:schemeClr val="accent1"/>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300"/>
              <a:buFont typeface="Arial"/>
              <a:buNone/>
              <a:defRPr b="1" i="0" sz="1300" u="none" cap="none" strike="noStrike">
                <a:solidFill>
                  <a:schemeClr val="accent1"/>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300"/>
              <a:buFont typeface="Arial"/>
              <a:buNone/>
              <a:defRPr b="1" i="0" sz="1300" u="none" cap="none" strike="noStrike">
                <a:solidFill>
                  <a:schemeClr val="accent1"/>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300"/>
              <a:buFont typeface="Arial"/>
              <a:buNone/>
              <a:defRPr b="1" i="0" sz="1300" u="none" cap="none" strike="noStrike">
                <a:solidFill>
                  <a:schemeClr val="accent1"/>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300"/>
              <a:buFont typeface="Arial"/>
              <a:buNone/>
              <a:defRPr b="1" i="0" sz="1300" u="none" cap="none" strike="noStrike">
                <a:solidFill>
                  <a:schemeClr val="accent1"/>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300"/>
              <a:buFont typeface="Arial"/>
              <a:buNone/>
              <a:defRPr b="1" i="0" sz="1300" u="none" cap="none" strike="noStrike">
                <a:solidFill>
                  <a:schemeClr val="accent1"/>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300"/>
              <a:buFont typeface="Arial"/>
              <a:buNone/>
              <a:defRPr b="1" i="0" sz="1300" u="none" cap="none" strike="noStrike">
                <a:solidFill>
                  <a:schemeClr val="accent1"/>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300"/>
              <a:buFont typeface="Arial"/>
              <a:buNone/>
              <a:defRPr b="1" i="0" sz="1300" u="none" cap="none" strike="noStrike">
                <a:solidFill>
                  <a:schemeClr val="accen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blipFill>
          <a:blip r:embed="rId2">
            <a:alphaModFix/>
          </a:blip>
          <a:stretch>
            <a:fillRect/>
          </a:stretch>
        </a:blipFill>
      </p:bgPr>
    </p:bg>
    <p:spTree>
      <p:nvGrpSpPr>
        <p:cNvPr id="31" name="Shape 31"/>
        <p:cNvGrpSpPr/>
        <p:nvPr/>
      </p:nvGrpSpPr>
      <p:grpSpPr>
        <a:xfrm>
          <a:off x="0" y="0"/>
          <a:ext cx="0" cy="0"/>
          <a:chOff x="0" y="0"/>
          <a:chExt cx="0" cy="0"/>
        </a:xfrm>
      </p:grpSpPr>
      <p:sp>
        <p:nvSpPr>
          <p:cNvPr id="32" name="Google Shape;32;p46"/>
          <p:cNvSpPr txBox="1"/>
          <p:nvPr>
            <p:ph idx="12" type="sldNum"/>
          </p:nvPr>
        </p:nvSpPr>
        <p:spPr>
          <a:xfrm>
            <a:off x="8404384" y="4749851"/>
            <a:ext cx="548700" cy="393600"/>
          </a:xfrm>
          <a:prstGeom prst="rect">
            <a:avLst/>
          </a:prstGeom>
          <a:noFill/>
          <a:ln>
            <a:noFill/>
          </a:ln>
        </p:spPr>
        <p:txBody>
          <a:bodyPr anchorCtr="0" anchor="t" bIns="91425" lIns="91425" spcFirstLastPara="1" rIns="91425" wrap="square" tIns="91425">
            <a:noAutofit/>
          </a:bodyPr>
          <a:lstStyle>
            <a:lvl1pPr indent="0" lvl="0" marL="0" marR="0" algn="r">
              <a:lnSpc>
                <a:spcPct val="100000"/>
              </a:lnSpc>
              <a:spcBef>
                <a:spcPts val="0"/>
              </a:spcBef>
              <a:spcAft>
                <a:spcPts val="0"/>
              </a:spcAft>
              <a:buClr>
                <a:srgbClr val="000000"/>
              </a:buClr>
              <a:buSzPts val="1300"/>
              <a:buFont typeface="Arial"/>
              <a:buNone/>
              <a:defRPr b="1" i="0" sz="1300" u="none" cap="none" strike="noStrike">
                <a:solidFill>
                  <a:schemeClr val="accent1"/>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300"/>
              <a:buFont typeface="Arial"/>
              <a:buNone/>
              <a:defRPr b="1" i="0" sz="1300" u="none" cap="none" strike="noStrike">
                <a:solidFill>
                  <a:schemeClr val="accent1"/>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300"/>
              <a:buFont typeface="Arial"/>
              <a:buNone/>
              <a:defRPr b="1" i="0" sz="1300" u="none" cap="none" strike="noStrike">
                <a:solidFill>
                  <a:schemeClr val="accent1"/>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300"/>
              <a:buFont typeface="Arial"/>
              <a:buNone/>
              <a:defRPr b="1" i="0" sz="1300" u="none" cap="none" strike="noStrike">
                <a:solidFill>
                  <a:schemeClr val="accent1"/>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300"/>
              <a:buFont typeface="Arial"/>
              <a:buNone/>
              <a:defRPr b="1" i="0" sz="1300" u="none" cap="none" strike="noStrike">
                <a:solidFill>
                  <a:schemeClr val="accent1"/>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300"/>
              <a:buFont typeface="Arial"/>
              <a:buNone/>
              <a:defRPr b="1" i="0" sz="1300" u="none" cap="none" strike="noStrike">
                <a:solidFill>
                  <a:schemeClr val="accent1"/>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300"/>
              <a:buFont typeface="Arial"/>
              <a:buNone/>
              <a:defRPr b="1" i="0" sz="1300" u="none" cap="none" strike="noStrike">
                <a:solidFill>
                  <a:schemeClr val="accent1"/>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300"/>
              <a:buFont typeface="Arial"/>
              <a:buNone/>
              <a:defRPr b="1" i="0" sz="1300" u="none" cap="none" strike="noStrike">
                <a:solidFill>
                  <a:schemeClr val="accent1"/>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300"/>
              <a:buFont typeface="Arial"/>
              <a:buNone/>
              <a:defRPr b="1" i="0" sz="1300" u="none" cap="none" strike="noStrike">
                <a:solidFill>
                  <a:schemeClr val="accen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ubtitle">
  <p:cSld name="TITLE_1">
    <p:bg>
      <p:bgPr>
        <a:blipFill>
          <a:blip r:embed="rId2">
            <a:alphaModFix/>
          </a:blip>
          <a:stretch>
            <a:fillRect/>
          </a:stretch>
        </a:blipFill>
      </p:bgPr>
    </p:bg>
    <p:spTree>
      <p:nvGrpSpPr>
        <p:cNvPr id="33" name="Shape 33"/>
        <p:cNvGrpSpPr/>
        <p:nvPr/>
      </p:nvGrpSpPr>
      <p:grpSpPr>
        <a:xfrm>
          <a:off x="0" y="0"/>
          <a:ext cx="0" cy="0"/>
          <a:chOff x="0" y="0"/>
          <a:chExt cx="0" cy="0"/>
        </a:xfrm>
      </p:grpSpPr>
      <p:sp>
        <p:nvSpPr>
          <p:cNvPr id="34" name="Google Shape;34;p47"/>
          <p:cNvSpPr txBox="1"/>
          <p:nvPr>
            <p:ph type="ctrTitle"/>
          </p:nvPr>
        </p:nvSpPr>
        <p:spPr>
          <a:xfrm>
            <a:off x="1546025" y="1754794"/>
            <a:ext cx="5832600" cy="11598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4400"/>
              <a:buNone/>
              <a:defRPr b="1" sz="4400"/>
            </a:lvl1pPr>
            <a:lvl2pPr lvl="1" algn="l">
              <a:lnSpc>
                <a:spcPct val="100000"/>
              </a:lnSpc>
              <a:spcBef>
                <a:spcPts val="0"/>
              </a:spcBef>
              <a:spcAft>
                <a:spcPts val="0"/>
              </a:spcAft>
              <a:buSzPts val="4400"/>
              <a:buNone/>
              <a:defRPr b="1" sz="4400"/>
            </a:lvl2pPr>
            <a:lvl3pPr lvl="2" algn="l">
              <a:lnSpc>
                <a:spcPct val="100000"/>
              </a:lnSpc>
              <a:spcBef>
                <a:spcPts val="0"/>
              </a:spcBef>
              <a:spcAft>
                <a:spcPts val="0"/>
              </a:spcAft>
              <a:buSzPts val="4400"/>
              <a:buNone/>
              <a:defRPr b="1" sz="4400"/>
            </a:lvl3pPr>
            <a:lvl4pPr lvl="3" algn="l">
              <a:lnSpc>
                <a:spcPct val="100000"/>
              </a:lnSpc>
              <a:spcBef>
                <a:spcPts val="0"/>
              </a:spcBef>
              <a:spcAft>
                <a:spcPts val="0"/>
              </a:spcAft>
              <a:buSzPts val="4400"/>
              <a:buNone/>
              <a:defRPr b="1" sz="4400"/>
            </a:lvl4pPr>
            <a:lvl5pPr lvl="4" algn="l">
              <a:lnSpc>
                <a:spcPct val="100000"/>
              </a:lnSpc>
              <a:spcBef>
                <a:spcPts val="0"/>
              </a:spcBef>
              <a:spcAft>
                <a:spcPts val="0"/>
              </a:spcAft>
              <a:buSzPts val="4400"/>
              <a:buNone/>
              <a:defRPr b="1" sz="4400"/>
            </a:lvl5pPr>
            <a:lvl6pPr lvl="5" algn="l">
              <a:lnSpc>
                <a:spcPct val="100000"/>
              </a:lnSpc>
              <a:spcBef>
                <a:spcPts val="0"/>
              </a:spcBef>
              <a:spcAft>
                <a:spcPts val="0"/>
              </a:spcAft>
              <a:buSzPts val="4400"/>
              <a:buNone/>
              <a:defRPr b="1" sz="4400"/>
            </a:lvl6pPr>
            <a:lvl7pPr lvl="6" algn="l">
              <a:lnSpc>
                <a:spcPct val="100000"/>
              </a:lnSpc>
              <a:spcBef>
                <a:spcPts val="0"/>
              </a:spcBef>
              <a:spcAft>
                <a:spcPts val="0"/>
              </a:spcAft>
              <a:buSzPts val="4400"/>
              <a:buNone/>
              <a:defRPr b="1" sz="4400"/>
            </a:lvl7pPr>
            <a:lvl8pPr lvl="7" algn="l">
              <a:lnSpc>
                <a:spcPct val="100000"/>
              </a:lnSpc>
              <a:spcBef>
                <a:spcPts val="0"/>
              </a:spcBef>
              <a:spcAft>
                <a:spcPts val="0"/>
              </a:spcAft>
              <a:buSzPts val="4400"/>
              <a:buNone/>
              <a:defRPr b="1" sz="4400"/>
            </a:lvl8pPr>
            <a:lvl9pPr lvl="8" algn="l">
              <a:lnSpc>
                <a:spcPct val="100000"/>
              </a:lnSpc>
              <a:spcBef>
                <a:spcPts val="0"/>
              </a:spcBef>
              <a:spcAft>
                <a:spcPts val="0"/>
              </a:spcAft>
              <a:buSzPts val="4400"/>
              <a:buNone/>
              <a:defRPr b="1" sz="4400"/>
            </a:lvl9pPr>
          </a:lstStyle>
          <a:p/>
        </p:txBody>
      </p:sp>
      <p:sp>
        <p:nvSpPr>
          <p:cNvPr id="35" name="Google Shape;35;p47"/>
          <p:cNvSpPr txBox="1"/>
          <p:nvPr>
            <p:ph idx="1" type="subTitle"/>
          </p:nvPr>
        </p:nvSpPr>
        <p:spPr>
          <a:xfrm>
            <a:off x="1546025" y="3011511"/>
            <a:ext cx="5832600" cy="7848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Clr>
                <a:schemeClr val="accent3"/>
              </a:buClr>
              <a:buSzPts val="3000"/>
              <a:buNone/>
              <a:defRPr>
                <a:solidFill>
                  <a:schemeClr val="accent3"/>
                </a:solidFill>
              </a:defRPr>
            </a:lvl1pPr>
            <a:lvl2pPr lvl="1" algn="l">
              <a:lnSpc>
                <a:spcPct val="100000"/>
              </a:lnSpc>
              <a:spcBef>
                <a:spcPts val="0"/>
              </a:spcBef>
              <a:spcAft>
                <a:spcPts val="0"/>
              </a:spcAft>
              <a:buClr>
                <a:schemeClr val="accent3"/>
              </a:buClr>
              <a:buSzPts val="3000"/>
              <a:buNone/>
              <a:defRPr sz="3000">
                <a:solidFill>
                  <a:schemeClr val="accent3"/>
                </a:solidFill>
              </a:defRPr>
            </a:lvl2pPr>
            <a:lvl3pPr lvl="2" algn="l">
              <a:lnSpc>
                <a:spcPct val="100000"/>
              </a:lnSpc>
              <a:spcBef>
                <a:spcPts val="0"/>
              </a:spcBef>
              <a:spcAft>
                <a:spcPts val="0"/>
              </a:spcAft>
              <a:buClr>
                <a:schemeClr val="accent3"/>
              </a:buClr>
              <a:buSzPts val="3000"/>
              <a:buNone/>
              <a:defRPr sz="3000">
                <a:solidFill>
                  <a:schemeClr val="accent3"/>
                </a:solidFill>
              </a:defRPr>
            </a:lvl3pPr>
            <a:lvl4pPr lvl="3" algn="l">
              <a:lnSpc>
                <a:spcPct val="100000"/>
              </a:lnSpc>
              <a:spcBef>
                <a:spcPts val="0"/>
              </a:spcBef>
              <a:spcAft>
                <a:spcPts val="0"/>
              </a:spcAft>
              <a:buClr>
                <a:schemeClr val="accent3"/>
              </a:buClr>
              <a:buSzPts val="3000"/>
              <a:buNone/>
              <a:defRPr sz="3000">
                <a:solidFill>
                  <a:schemeClr val="accent3"/>
                </a:solidFill>
              </a:defRPr>
            </a:lvl4pPr>
            <a:lvl5pPr lvl="4" algn="l">
              <a:lnSpc>
                <a:spcPct val="100000"/>
              </a:lnSpc>
              <a:spcBef>
                <a:spcPts val="0"/>
              </a:spcBef>
              <a:spcAft>
                <a:spcPts val="0"/>
              </a:spcAft>
              <a:buClr>
                <a:schemeClr val="accent3"/>
              </a:buClr>
              <a:buSzPts val="3000"/>
              <a:buNone/>
              <a:defRPr sz="3000">
                <a:solidFill>
                  <a:schemeClr val="accent3"/>
                </a:solidFill>
              </a:defRPr>
            </a:lvl5pPr>
            <a:lvl6pPr lvl="5" algn="l">
              <a:lnSpc>
                <a:spcPct val="100000"/>
              </a:lnSpc>
              <a:spcBef>
                <a:spcPts val="0"/>
              </a:spcBef>
              <a:spcAft>
                <a:spcPts val="0"/>
              </a:spcAft>
              <a:buClr>
                <a:schemeClr val="accent3"/>
              </a:buClr>
              <a:buSzPts val="3000"/>
              <a:buNone/>
              <a:defRPr sz="3000">
                <a:solidFill>
                  <a:schemeClr val="accent3"/>
                </a:solidFill>
              </a:defRPr>
            </a:lvl6pPr>
            <a:lvl7pPr lvl="6" algn="l">
              <a:lnSpc>
                <a:spcPct val="100000"/>
              </a:lnSpc>
              <a:spcBef>
                <a:spcPts val="0"/>
              </a:spcBef>
              <a:spcAft>
                <a:spcPts val="0"/>
              </a:spcAft>
              <a:buClr>
                <a:schemeClr val="accent3"/>
              </a:buClr>
              <a:buSzPts val="3000"/>
              <a:buNone/>
              <a:defRPr sz="3000">
                <a:solidFill>
                  <a:schemeClr val="accent3"/>
                </a:solidFill>
              </a:defRPr>
            </a:lvl7pPr>
            <a:lvl8pPr lvl="7" algn="l">
              <a:lnSpc>
                <a:spcPct val="100000"/>
              </a:lnSpc>
              <a:spcBef>
                <a:spcPts val="0"/>
              </a:spcBef>
              <a:spcAft>
                <a:spcPts val="0"/>
              </a:spcAft>
              <a:buClr>
                <a:schemeClr val="accent3"/>
              </a:buClr>
              <a:buSzPts val="3000"/>
              <a:buNone/>
              <a:defRPr sz="3000">
                <a:solidFill>
                  <a:schemeClr val="accent3"/>
                </a:solidFill>
              </a:defRPr>
            </a:lvl8pPr>
            <a:lvl9pPr lvl="8" algn="l">
              <a:lnSpc>
                <a:spcPct val="100000"/>
              </a:lnSpc>
              <a:spcBef>
                <a:spcPts val="0"/>
              </a:spcBef>
              <a:spcAft>
                <a:spcPts val="0"/>
              </a:spcAft>
              <a:buClr>
                <a:schemeClr val="accent3"/>
              </a:buClr>
              <a:buSzPts val="3000"/>
              <a:buNone/>
              <a:defRPr sz="3000">
                <a:solidFill>
                  <a:schemeClr val="accent3"/>
                </a:solidFill>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p:cSld name="Title and three columns">
    <p:spTree>
      <p:nvGrpSpPr>
        <p:cNvPr id="36" name="Shape 36"/>
        <p:cNvGrpSpPr/>
        <p:nvPr/>
      </p:nvGrpSpPr>
      <p:grpSpPr>
        <a:xfrm>
          <a:off x="0" y="0"/>
          <a:ext cx="0" cy="0"/>
          <a:chOff x="0" y="0"/>
          <a:chExt cx="0" cy="0"/>
        </a:xfrm>
      </p:grpSpPr>
      <p:grpSp>
        <p:nvGrpSpPr>
          <p:cNvPr id="37" name="Google Shape;37;p48"/>
          <p:cNvGrpSpPr/>
          <p:nvPr/>
        </p:nvGrpSpPr>
        <p:grpSpPr>
          <a:xfrm>
            <a:off x="743" y="-1321"/>
            <a:ext cx="9142514" cy="5146141"/>
            <a:chOff x="-8" y="379"/>
            <a:chExt cx="9142514" cy="5146141"/>
          </a:xfrm>
        </p:grpSpPr>
        <p:sp>
          <p:nvSpPr>
            <p:cNvPr id="38" name="Google Shape;38;p48"/>
            <p:cNvSpPr/>
            <p:nvPr/>
          </p:nvSpPr>
          <p:spPr>
            <a:xfrm>
              <a:off x="-8" y="2090"/>
              <a:ext cx="9138317" cy="5142716"/>
            </a:xfrm>
            <a:custGeom>
              <a:rect b="b" l="l" r="r" t="t"/>
              <a:pathLst>
                <a:path extrusionOk="0" h="160735" w="285751">
                  <a:moveTo>
                    <a:pt x="1" y="0"/>
                  </a:moveTo>
                  <a:lnTo>
                    <a:pt x="1" y="160734"/>
                  </a:lnTo>
                  <a:lnTo>
                    <a:pt x="285751" y="160734"/>
                  </a:lnTo>
                  <a:lnTo>
                    <a:pt x="285751" y="0"/>
                  </a:lnTo>
                  <a:close/>
                </a:path>
              </a:pathLst>
            </a:custGeom>
            <a:gradFill>
              <a:gsLst>
                <a:gs pos="0">
                  <a:srgbClr val="FFFFFF"/>
                </a:gs>
                <a:gs pos="65000">
                  <a:srgbClr val="E4F8F9"/>
                </a:gs>
                <a:gs pos="100000">
                  <a:srgbClr val="C7EDF0"/>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 name="Google Shape;39;p48"/>
            <p:cNvSpPr/>
            <p:nvPr/>
          </p:nvSpPr>
          <p:spPr>
            <a:xfrm>
              <a:off x="-4" y="739369"/>
              <a:ext cx="7891673" cy="4407151"/>
            </a:xfrm>
            <a:custGeom>
              <a:rect b="b" l="l" r="r" t="t"/>
              <a:pathLst>
                <a:path extrusionOk="0" h="137745" w="246769">
                  <a:moveTo>
                    <a:pt x="0" y="1"/>
                  </a:moveTo>
                  <a:lnTo>
                    <a:pt x="0" y="137744"/>
                  </a:lnTo>
                  <a:lnTo>
                    <a:pt x="48863" y="137744"/>
                  </a:lnTo>
                  <a:cubicBezTo>
                    <a:pt x="52899" y="135018"/>
                    <a:pt x="56602" y="132124"/>
                    <a:pt x="59817" y="129338"/>
                  </a:cubicBezTo>
                  <a:cubicBezTo>
                    <a:pt x="73462" y="117515"/>
                    <a:pt x="86475" y="103109"/>
                    <a:pt x="104394" y="98013"/>
                  </a:cubicBezTo>
                  <a:cubicBezTo>
                    <a:pt x="108425" y="96865"/>
                    <a:pt x="112610" y="96320"/>
                    <a:pt x="116815" y="96320"/>
                  </a:cubicBezTo>
                  <a:cubicBezTo>
                    <a:pt x="130409" y="96320"/>
                    <a:pt x="144224" y="102019"/>
                    <a:pt x="153817" y="111503"/>
                  </a:cubicBezTo>
                  <a:cubicBezTo>
                    <a:pt x="160949" y="118563"/>
                    <a:pt x="165366" y="127909"/>
                    <a:pt x="168509" y="137744"/>
                  </a:cubicBezTo>
                  <a:lnTo>
                    <a:pt x="246769" y="137744"/>
                  </a:lnTo>
                  <a:cubicBezTo>
                    <a:pt x="237601" y="135446"/>
                    <a:pt x="228374" y="133315"/>
                    <a:pt x="219599" y="129350"/>
                  </a:cubicBezTo>
                  <a:cubicBezTo>
                    <a:pt x="203645" y="122183"/>
                    <a:pt x="195370" y="106490"/>
                    <a:pt x="185559" y="92905"/>
                  </a:cubicBezTo>
                  <a:cubicBezTo>
                    <a:pt x="174891" y="78130"/>
                    <a:pt x="161223" y="67747"/>
                    <a:pt x="144578" y="60330"/>
                  </a:cubicBezTo>
                  <a:cubicBezTo>
                    <a:pt x="123992" y="51126"/>
                    <a:pt x="102882" y="50507"/>
                    <a:pt x="80796" y="48638"/>
                  </a:cubicBezTo>
                  <a:cubicBezTo>
                    <a:pt x="58233" y="46733"/>
                    <a:pt x="35016" y="41316"/>
                    <a:pt x="17550" y="26040"/>
                  </a:cubicBezTo>
                  <a:cubicBezTo>
                    <a:pt x="9835" y="19277"/>
                    <a:pt x="3739" y="10026"/>
                    <a:pt x="0" y="1"/>
                  </a:cubicBezTo>
                  <a:close/>
                </a:path>
              </a:pathLst>
            </a:custGeom>
            <a:gradFill>
              <a:gsLst>
                <a:gs pos="0">
                  <a:srgbClr val="FFFFFF"/>
                </a:gs>
                <a:gs pos="63000">
                  <a:srgbClr val="E4F8F9"/>
                </a:gs>
                <a:gs pos="100000">
                  <a:srgbClr val="AAE3E8"/>
                </a:gs>
              </a:gsLst>
              <a:path path="circle">
                <a:fillToRect b="50%" l="50%" r="50%" t="50%"/>
              </a:path>
              <a:tileRect/>
            </a:gradFill>
            <a:ln>
              <a:noFill/>
            </a:ln>
            <a:effectLst>
              <a:outerShdw blurRad="771525" rotWithShape="0" algn="bl">
                <a:srgbClr val="C7EDF0">
                  <a:alpha val="23529"/>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0" name="Google Shape;40;p48"/>
            <p:cNvSpPr/>
            <p:nvPr/>
          </p:nvSpPr>
          <p:spPr>
            <a:xfrm>
              <a:off x="2962339" y="379"/>
              <a:ext cx="6179815" cy="2015173"/>
            </a:xfrm>
            <a:custGeom>
              <a:rect b="b" l="l" r="r" t="t"/>
              <a:pathLst>
                <a:path extrusionOk="0" h="62984" w="193240">
                  <a:moveTo>
                    <a:pt x="11681" y="0"/>
                  </a:moveTo>
                  <a:cubicBezTo>
                    <a:pt x="9716" y="6537"/>
                    <a:pt x="6025" y="12430"/>
                    <a:pt x="4299" y="19121"/>
                  </a:cubicBezTo>
                  <a:cubicBezTo>
                    <a:pt x="1" y="35719"/>
                    <a:pt x="11574" y="53769"/>
                    <a:pt x="26992" y="60257"/>
                  </a:cubicBezTo>
                  <a:cubicBezTo>
                    <a:pt x="30979" y="61935"/>
                    <a:pt x="35144" y="62668"/>
                    <a:pt x="39367" y="62668"/>
                  </a:cubicBezTo>
                  <a:cubicBezTo>
                    <a:pt x="55764" y="62668"/>
                    <a:pt x="73049" y="51616"/>
                    <a:pt x="84297" y="41874"/>
                  </a:cubicBezTo>
                  <a:cubicBezTo>
                    <a:pt x="97525" y="30420"/>
                    <a:pt x="110157" y="16431"/>
                    <a:pt x="127564" y="11490"/>
                  </a:cubicBezTo>
                  <a:cubicBezTo>
                    <a:pt x="131476" y="10379"/>
                    <a:pt x="135536" y="9850"/>
                    <a:pt x="139617" y="9850"/>
                  </a:cubicBezTo>
                  <a:cubicBezTo>
                    <a:pt x="152811" y="9850"/>
                    <a:pt x="166220" y="15374"/>
                    <a:pt x="175523" y="24586"/>
                  </a:cubicBezTo>
                  <a:cubicBezTo>
                    <a:pt x="185524" y="34480"/>
                    <a:pt x="190024" y="49030"/>
                    <a:pt x="193239" y="62984"/>
                  </a:cubicBezTo>
                  <a:lnTo>
                    <a:pt x="193239" y="0"/>
                  </a:lnTo>
                  <a:close/>
                </a:path>
              </a:pathLst>
            </a:custGeom>
            <a:gradFill>
              <a:gsLst>
                <a:gs pos="0">
                  <a:srgbClr val="FFFFFF"/>
                </a:gs>
                <a:gs pos="58999">
                  <a:srgbClr val="E4F8F9"/>
                </a:gs>
                <a:gs pos="70000">
                  <a:srgbClr val="E4F8F9"/>
                </a:gs>
                <a:gs pos="100000">
                  <a:srgbClr val="AAE3E8"/>
                </a:gs>
              </a:gsLst>
              <a:lin ang="0" scaled="0"/>
            </a:gradFill>
            <a:ln>
              <a:noFill/>
            </a:ln>
            <a:effectLst>
              <a:outerShdw blurRad="571500" rotWithShape="0" algn="bl" dir="5400000" dist="9525">
                <a:srgbClr val="C7EDF0">
                  <a:alpha val="20000"/>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 name="Google Shape;41;p48"/>
            <p:cNvSpPr/>
            <p:nvPr/>
          </p:nvSpPr>
          <p:spPr>
            <a:xfrm>
              <a:off x="6974038" y="1328652"/>
              <a:ext cx="2168468" cy="3595758"/>
            </a:xfrm>
            <a:custGeom>
              <a:rect b="b" l="l" r="r" t="t"/>
              <a:pathLst>
                <a:path extrusionOk="0" h="112385" w="67807">
                  <a:moveTo>
                    <a:pt x="29070" y="1"/>
                  </a:moveTo>
                  <a:cubicBezTo>
                    <a:pt x="26384" y="1"/>
                    <a:pt x="23570" y="742"/>
                    <a:pt x="20646" y="2443"/>
                  </a:cubicBezTo>
                  <a:cubicBezTo>
                    <a:pt x="11538" y="7753"/>
                    <a:pt x="4680" y="17480"/>
                    <a:pt x="3335" y="28053"/>
                  </a:cubicBezTo>
                  <a:cubicBezTo>
                    <a:pt x="1" y="54402"/>
                    <a:pt x="19420" y="69618"/>
                    <a:pt x="37029" y="85477"/>
                  </a:cubicBezTo>
                  <a:cubicBezTo>
                    <a:pt x="44923" y="92597"/>
                    <a:pt x="50793" y="102788"/>
                    <a:pt x="59746" y="108611"/>
                  </a:cubicBezTo>
                  <a:cubicBezTo>
                    <a:pt x="62187" y="110182"/>
                    <a:pt x="64902" y="111468"/>
                    <a:pt x="67795" y="112385"/>
                  </a:cubicBezTo>
                  <a:lnTo>
                    <a:pt x="67795" y="39959"/>
                  </a:lnTo>
                  <a:lnTo>
                    <a:pt x="67807" y="39959"/>
                  </a:lnTo>
                  <a:cubicBezTo>
                    <a:pt x="67402" y="39328"/>
                    <a:pt x="67021" y="38721"/>
                    <a:pt x="66628" y="38114"/>
                  </a:cubicBezTo>
                  <a:cubicBezTo>
                    <a:pt x="60294" y="28125"/>
                    <a:pt x="53234" y="18028"/>
                    <a:pt x="45399" y="9158"/>
                  </a:cubicBezTo>
                  <a:cubicBezTo>
                    <a:pt x="40796" y="3956"/>
                    <a:pt x="35276" y="1"/>
                    <a:pt x="29070" y="1"/>
                  </a:cubicBezTo>
                  <a:close/>
                </a:path>
              </a:pathLst>
            </a:custGeom>
            <a:gradFill>
              <a:gsLst>
                <a:gs pos="0">
                  <a:srgbClr val="FFFFFF"/>
                </a:gs>
                <a:gs pos="24000">
                  <a:srgbClr val="E4F8F9"/>
                </a:gs>
                <a:gs pos="100000">
                  <a:srgbClr val="C7EDF0"/>
                </a:gs>
              </a:gsLst>
              <a:lin ang="2698631" scaled="0"/>
            </a:gradFill>
            <a:ln>
              <a:noFill/>
            </a:ln>
            <a:effectLst>
              <a:outerShdw blurRad="471488" rotWithShape="0" algn="bl">
                <a:srgbClr val="C7EDF0">
                  <a:alpha val="21568"/>
                </a:srgb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2" name="Google Shape;42;p48"/>
            <p:cNvSpPr/>
            <p:nvPr/>
          </p:nvSpPr>
          <p:spPr>
            <a:xfrm>
              <a:off x="8867574" y="2713747"/>
              <a:ext cx="16022" cy="13982"/>
            </a:xfrm>
            <a:custGeom>
              <a:rect b="b" l="l" r="r" t="t"/>
              <a:pathLst>
                <a:path extrusionOk="0" h="437" w="501">
                  <a:moveTo>
                    <a:pt x="347" y="1"/>
                  </a:moveTo>
                  <a:cubicBezTo>
                    <a:pt x="279" y="1"/>
                    <a:pt x="150" y="29"/>
                    <a:pt x="1" y="38"/>
                  </a:cubicBezTo>
                  <a:cubicBezTo>
                    <a:pt x="96" y="240"/>
                    <a:pt x="132" y="371"/>
                    <a:pt x="215" y="431"/>
                  </a:cubicBezTo>
                  <a:cubicBezTo>
                    <a:pt x="223" y="435"/>
                    <a:pt x="233" y="436"/>
                    <a:pt x="244" y="436"/>
                  </a:cubicBezTo>
                  <a:cubicBezTo>
                    <a:pt x="304" y="436"/>
                    <a:pt x="411" y="391"/>
                    <a:pt x="501" y="371"/>
                  </a:cubicBezTo>
                  <a:cubicBezTo>
                    <a:pt x="477" y="252"/>
                    <a:pt x="477" y="121"/>
                    <a:pt x="394" y="14"/>
                  </a:cubicBezTo>
                  <a:cubicBezTo>
                    <a:pt x="387" y="5"/>
                    <a:pt x="371" y="1"/>
                    <a:pt x="347" y="1"/>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3" name="Google Shape;43;p48"/>
            <p:cNvSpPr/>
            <p:nvPr/>
          </p:nvSpPr>
          <p:spPr>
            <a:xfrm>
              <a:off x="9113180" y="2750733"/>
              <a:ext cx="15254" cy="16413"/>
            </a:xfrm>
            <a:custGeom>
              <a:rect b="b" l="l" r="r" t="t"/>
              <a:pathLst>
                <a:path extrusionOk="0" h="513" w="477">
                  <a:moveTo>
                    <a:pt x="381" y="1"/>
                  </a:moveTo>
                  <a:cubicBezTo>
                    <a:pt x="262" y="25"/>
                    <a:pt x="131" y="25"/>
                    <a:pt x="24" y="108"/>
                  </a:cubicBezTo>
                  <a:cubicBezTo>
                    <a:pt x="0" y="132"/>
                    <a:pt x="36" y="299"/>
                    <a:pt x="60" y="513"/>
                  </a:cubicBezTo>
                  <a:cubicBezTo>
                    <a:pt x="250" y="418"/>
                    <a:pt x="381" y="370"/>
                    <a:pt x="441" y="287"/>
                  </a:cubicBezTo>
                  <a:cubicBezTo>
                    <a:pt x="476" y="239"/>
                    <a:pt x="417" y="108"/>
                    <a:pt x="381" y="1"/>
                  </a:cubicBezTo>
                  <a:close/>
                </a:path>
              </a:pathLst>
            </a:cu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4" name="Google Shape;44;p48"/>
            <p:cNvSpPr/>
            <p:nvPr/>
          </p:nvSpPr>
          <p:spPr>
            <a:xfrm>
              <a:off x="239900" y="251050"/>
              <a:ext cx="2516100" cy="2516100"/>
            </a:xfrm>
            <a:prstGeom prst="ellipse">
              <a:avLst/>
            </a:prstGeom>
            <a:gradFill>
              <a:gsLst>
                <a:gs pos="0">
                  <a:srgbClr val="FFFFFF">
                    <a:alpha val="0"/>
                  </a:srgbClr>
                </a:gs>
                <a:gs pos="50000">
                  <a:srgbClr val="FFFFFF">
                    <a:alpha val="0"/>
                  </a:srgbClr>
                </a:gs>
                <a:gs pos="100000">
                  <a:srgbClr val="FFFFFF"/>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5" name="Google Shape;45;p48"/>
            <p:cNvSpPr/>
            <p:nvPr/>
          </p:nvSpPr>
          <p:spPr>
            <a:xfrm>
              <a:off x="6775500" y="2542300"/>
              <a:ext cx="1655400" cy="1655400"/>
            </a:xfrm>
            <a:prstGeom prst="ellipse">
              <a:avLst/>
            </a:prstGeom>
            <a:gradFill>
              <a:gsLst>
                <a:gs pos="0">
                  <a:srgbClr val="FFFFFF">
                    <a:alpha val="0"/>
                  </a:srgbClr>
                </a:gs>
                <a:gs pos="50000">
                  <a:srgbClr val="FFFFFF">
                    <a:alpha val="0"/>
                  </a:srgbClr>
                </a:gs>
                <a:gs pos="100000">
                  <a:srgbClr val="FFFFFF"/>
                </a:gs>
              </a:gsLst>
              <a:path path="circle">
                <a:fillToRect b="50%" l="50%" r="50%" t="50%"/>
              </a:path>
              <a:tileRect/>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46" name="Google Shape;46;p48"/>
          <p:cNvSpPr/>
          <p:nvPr/>
        </p:nvSpPr>
        <p:spPr>
          <a:xfrm>
            <a:off x="4580550" y="-75"/>
            <a:ext cx="4572000" cy="5143500"/>
          </a:xfrm>
          <a:prstGeom prst="rect">
            <a:avLst/>
          </a:prstGeom>
          <a:solidFill>
            <a:schemeClr val="lt1"/>
          </a:solidFill>
          <a:ln>
            <a:noFill/>
          </a:ln>
          <a:effectLst>
            <a:outerShdw blurRad="457200" rotWithShape="0" algn="bl">
              <a:schemeClr val="accent3">
                <a:alpha val="27450"/>
              </a:schemeClr>
            </a:outerShdw>
          </a:effectLst>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 name="Google Shape;47;p48"/>
          <p:cNvSpPr txBox="1"/>
          <p:nvPr>
            <p:ph type="title"/>
          </p:nvPr>
        </p:nvSpPr>
        <p:spPr>
          <a:xfrm>
            <a:off x="713100" y="3057713"/>
            <a:ext cx="2724900" cy="5727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2800"/>
              <a:buNone/>
              <a:defRPr/>
            </a:lvl1pPr>
            <a:lvl2pPr lvl="1" algn="ctr">
              <a:lnSpc>
                <a:spcPct val="100000"/>
              </a:lnSpc>
              <a:spcBef>
                <a:spcPts val="0"/>
              </a:spcBef>
              <a:spcAft>
                <a:spcPts val="0"/>
              </a:spcAft>
              <a:buSzPts val="2800"/>
              <a:buNone/>
              <a:defRPr/>
            </a:lvl2pPr>
            <a:lvl3pPr lvl="2" algn="ctr">
              <a:lnSpc>
                <a:spcPct val="100000"/>
              </a:lnSpc>
              <a:spcBef>
                <a:spcPts val="0"/>
              </a:spcBef>
              <a:spcAft>
                <a:spcPts val="0"/>
              </a:spcAft>
              <a:buSzPts val="2800"/>
              <a:buNone/>
              <a:defRPr/>
            </a:lvl3pPr>
            <a:lvl4pPr lvl="3" algn="ctr">
              <a:lnSpc>
                <a:spcPct val="100000"/>
              </a:lnSpc>
              <a:spcBef>
                <a:spcPts val="0"/>
              </a:spcBef>
              <a:spcAft>
                <a:spcPts val="0"/>
              </a:spcAft>
              <a:buSzPts val="2800"/>
              <a:buNone/>
              <a:defRPr/>
            </a:lvl4pPr>
            <a:lvl5pPr lvl="4" algn="ctr">
              <a:lnSpc>
                <a:spcPct val="100000"/>
              </a:lnSpc>
              <a:spcBef>
                <a:spcPts val="0"/>
              </a:spcBef>
              <a:spcAft>
                <a:spcPts val="0"/>
              </a:spcAft>
              <a:buSzPts val="2800"/>
              <a:buNone/>
              <a:defRPr/>
            </a:lvl5pPr>
            <a:lvl6pPr lvl="5" algn="ctr">
              <a:lnSpc>
                <a:spcPct val="100000"/>
              </a:lnSpc>
              <a:spcBef>
                <a:spcPts val="0"/>
              </a:spcBef>
              <a:spcAft>
                <a:spcPts val="0"/>
              </a:spcAft>
              <a:buSzPts val="2800"/>
              <a:buNone/>
              <a:defRPr/>
            </a:lvl6pPr>
            <a:lvl7pPr lvl="6" algn="ctr">
              <a:lnSpc>
                <a:spcPct val="100000"/>
              </a:lnSpc>
              <a:spcBef>
                <a:spcPts val="0"/>
              </a:spcBef>
              <a:spcAft>
                <a:spcPts val="0"/>
              </a:spcAft>
              <a:buSzPts val="2800"/>
              <a:buNone/>
              <a:defRPr/>
            </a:lvl7pPr>
            <a:lvl8pPr lvl="7" algn="ctr">
              <a:lnSpc>
                <a:spcPct val="100000"/>
              </a:lnSpc>
              <a:spcBef>
                <a:spcPts val="0"/>
              </a:spcBef>
              <a:spcAft>
                <a:spcPts val="0"/>
              </a:spcAft>
              <a:buSzPts val="2800"/>
              <a:buNone/>
              <a:defRPr/>
            </a:lvl8pPr>
            <a:lvl9pPr lvl="8" algn="ctr">
              <a:lnSpc>
                <a:spcPct val="100000"/>
              </a:lnSpc>
              <a:spcBef>
                <a:spcPts val="0"/>
              </a:spcBef>
              <a:spcAft>
                <a:spcPts val="0"/>
              </a:spcAft>
              <a:buSzPts val="2800"/>
              <a:buNone/>
              <a:defRPr/>
            </a:lvl9pPr>
          </a:lstStyle>
          <a:p/>
        </p:txBody>
      </p:sp>
      <p:sp>
        <p:nvSpPr>
          <p:cNvPr id="48" name="Google Shape;48;p48"/>
          <p:cNvSpPr txBox="1"/>
          <p:nvPr>
            <p:ph idx="1" type="subTitle"/>
          </p:nvPr>
        </p:nvSpPr>
        <p:spPr>
          <a:xfrm>
            <a:off x="5303700" y="964250"/>
            <a:ext cx="3127200" cy="6858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2400"/>
              <a:buNone/>
              <a:defRPr/>
            </a:lvl2pPr>
            <a:lvl3pPr lvl="2" algn="l">
              <a:lnSpc>
                <a:spcPct val="100000"/>
              </a:lnSpc>
              <a:spcBef>
                <a:spcPts val="0"/>
              </a:spcBef>
              <a:spcAft>
                <a:spcPts val="0"/>
              </a:spcAft>
              <a:buSzPts val="2400"/>
              <a:buNone/>
              <a:defRPr/>
            </a:lvl3pPr>
            <a:lvl4pPr lvl="3" algn="l">
              <a:lnSpc>
                <a:spcPct val="100000"/>
              </a:lnSpc>
              <a:spcBef>
                <a:spcPts val="0"/>
              </a:spcBef>
              <a:spcAft>
                <a:spcPts val="0"/>
              </a:spcAft>
              <a:buSzPts val="1800"/>
              <a:buNone/>
              <a:defRPr/>
            </a:lvl4pPr>
            <a:lvl5pPr lvl="4" algn="l">
              <a:lnSpc>
                <a:spcPct val="100000"/>
              </a:lnSpc>
              <a:spcBef>
                <a:spcPts val="0"/>
              </a:spcBef>
              <a:spcAft>
                <a:spcPts val="0"/>
              </a:spcAft>
              <a:buSzPts val="1800"/>
              <a:buNone/>
              <a:defRPr/>
            </a:lvl5pPr>
            <a:lvl6pPr lvl="5" algn="l">
              <a:lnSpc>
                <a:spcPct val="100000"/>
              </a:lnSpc>
              <a:spcBef>
                <a:spcPts val="0"/>
              </a:spcBef>
              <a:spcAft>
                <a:spcPts val="0"/>
              </a:spcAft>
              <a:buSzPts val="1800"/>
              <a:buNone/>
              <a:defRPr/>
            </a:lvl6pPr>
            <a:lvl7pPr lvl="6" algn="l">
              <a:lnSpc>
                <a:spcPct val="100000"/>
              </a:lnSpc>
              <a:spcBef>
                <a:spcPts val="0"/>
              </a:spcBef>
              <a:spcAft>
                <a:spcPts val="0"/>
              </a:spcAft>
              <a:buSzPts val="1800"/>
              <a:buNone/>
              <a:defRPr/>
            </a:lvl7pPr>
            <a:lvl8pPr lvl="7" algn="l">
              <a:lnSpc>
                <a:spcPct val="100000"/>
              </a:lnSpc>
              <a:spcBef>
                <a:spcPts val="0"/>
              </a:spcBef>
              <a:spcAft>
                <a:spcPts val="0"/>
              </a:spcAft>
              <a:buSzPts val="1800"/>
              <a:buNone/>
              <a:defRPr/>
            </a:lvl8pPr>
            <a:lvl9pPr lvl="8" algn="l">
              <a:lnSpc>
                <a:spcPct val="100000"/>
              </a:lnSpc>
              <a:spcBef>
                <a:spcPts val="0"/>
              </a:spcBef>
              <a:spcAft>
                <a:spcPts val="0"/>
              </a:spcAft>
              <a:buSzPts val="1800"/>
              <a:buNone/>
              <a:defRPr/>
            </a:lvl9pPr>
          </a:lstStyle>
          <a:p/>
        </p:txBody>
      </p:sp>
      <p:sp>
        <p:nvSpPr>
          <p:cNvPr id="49" name="Google Shape;49;p48"/>
          <p:cNvSpPr txBox="1"/>
          <p:nvPr>
            <p:ph idx="2" type="subTitle"/>
          </p:nvPr>
        </p:nvSpPr>
        <p:spPr>
          <a:xfrm>
            <a:off x="5303700" y="2414200"/>
            <a:ext cx="3127200" cy="6858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2400"/>
              <a:buNone/>
              <a:defRPr/>
            </a:lvl2pPr>
            <a:lvl3pPr lvl="2" algn="l">
              <a:lnSpc>
                <a:spcPct val="100000"/>
              </a:lnSpc>
              <a:spcBef>
                <a:spcPts val="0"/>
              </a:spcBef>
              <a:spcAft>
                <a:spcPts val="0"/>
              </a:spcAft>
              <a:buSzPts val="2400"/>
              <a:buNone/>
              <a:defRPr/>
            </a:lvl3pPr>
            <a:lvl4pPr lvl="3" algn="l">
              <a:lnSpc>
                <a:spcPct val="100000"/>
              </a:lnSpc>
              <a:spcBef>
                <a:spcPts val="0"/>
              </a:spcBef>
              <a:spcAft>
                <a:spcPts val="0"/>
              </a:spcAft>
              <a:buSzPts val="1800"/>
              <a:buNone/>
              <a:defRPr/>
            </a:lvl4pPr>
            <a:lvl5pPr lvl="4" algn="l">
              <a:lnSpc>
                <a:spcPct val="100000"/>
              </a:lnSpc>
              <a:spcBef>
                <a:spcPts val="0"/>
              </a:spcBef>
              <a:spcAft>
                <a:spcPts val="0"/>
              </a:spcAft>
              <a:buSzPts val="1800"/>
              <a:buNone/>
              <a:defRPr/>
            </a:lvl5pPr>
            <a:lvl6pPr lvl="5" algn="l">
              <a:lnSpc>
                <a:spcPct val="100000"/>
              </a:lnSpc>
              <a:spcBef>
                <a:spcPts val="0"/>
              </a:spcBef>
              <a:spcAft>
                <a:spcPts val="0"/>
              </a:spcAft>
              <a:buSzPts val="1800"/>
              <a:buNone/>
              <a:defRPr/>
            </a:lvl6pPr>
            <a:lvl7pPr lvl="6" algn="l">
              <a:lnSpc>
                <a:spcPct val="100000"/>
              </a:lnSpc>
              <a:spcBef>
                <a:spcPts val="0"/>
              </a:spcBef>
              <a:spcAft>
                <a:spcPts val="0"/>
              </a:spcAft>
              <a:buSzPts val="1800"/>
              <a:buNone/>
              <a:defRPr/>
            </a:lvl7pPr>
            <a:lvl8pPr lvl="7" algn="l">
              <a:lnSpc>
                <a:spcPct val="100000"/>
              </a:lnSpc>
              <a:spcBef>
                <a:spcPts val="0"/>
              </a:spcBef>
              <a:spcAft>
                <a:spcPts val="0"/>
              </a:spcAft>
              <a:buSzPts val="1800"/>
              <a:buNone/>
              <a:defRPr/>
            </a:lvl8pPr>
            <a:lvl9pPr lvl="8" algn="l">
              <a:lnSpc>
                <a:spcPct val="100000"/>
              </a:lnSpc>
              <a:spcBef>
                <a:spcPts val="0"/>
              </a:spcBef>
              <a:spcAft>
                <a:spcPts val="0"/>
              </a:spcAft>
              <a:buSzPts val="1800"/>
              <a:buNone/>
              <a:defRPr/>
            </a:lvl9pPr>
          </a:lstStyle>
          <a:p/>
        </p:txBody>
      </p:sp>
      <p:sp>
        <p:nvSpPr>
          <p:cNvPr id="50" name="Google Shape;50;p48"/>
          <p:cNvSpPr txBox="1"/>
          <p:nvPr>
            <p:ph idx="3" type="subTitle"/>
          </p:nvPr>
        </p:nvSpPr>
        <p:spPr>
          <a:xfrm>
            <a:off x="5303700" y="3880200"/>
            <a:ext cx="3127200" cy="6858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3000"/>
              <a:buNone/>
              <a:defRPr/>
            </a:lvl1pPr>
            <a:lvl2pPr lvl="1" algn="l">
              <a:lnSpc>
                <a:spcPct val="100000"/>
              </a:lnSpc>
              <a:spcBef>
                <a:spcPts val="0"/>
              </a:spcBef>
              <a:spcAft>
                <a:spcPts val="0"/>
              </a:spcAft>
              <a:buSzPts val="2400"/>
              <a:buNone/>
              <a:defRPr/>
            </a:lvl2pPr>
            <a:lvl3pPr lvl="2" algn="l">
              <a:lnSpc>
                <a:spcPct val="100000"/>
              </a:lnSpc>
              <a:spcBef>
                <a:spcPts val="0"/>
              </a:spcBef>
              <a:spcAft>
                <a:spcPts val="0"/>
              </a:spcAft>
              <a:buSzPts val="2400"/>
              <a:buNone/>
              <a:defRPr/>
            </a:lvl3pPr>
            <a:lvl4pPr lvl="3" algn="l">
              <a:lnSpc>
                <a:spcPct val="100000"/>
              </a:lnSpc>
              <a:spcBef>
                <a:spcPts val="0"/>
              </a:spcBef>
              <a:spcAft>
                <a:spcPts val="0"/>
              </a:spcAft>
              <a:buSzPts val="1800"/>
              <a:buNone/>
              <a:defRPr/>
            </a:lvl4pPr>
            <a:lvl5pPr lvl="4" algn="l">
              <a:lnSpc>
                <a:spcPct val="100000"/>
              </a:lnSpc>
              <a:spcBef>
                <a:spcPts val="0"/>
              </a:spcBef>
              <a:spcAft>
                <a:spcPts val="0"/>
              </a:spcAft>
              <a:buSzPts val="1800"/>
              <a:buNone/>
              <a:defRPr/>
            </a:lvl5pPr>
            <a:lvl6pPr lvl="5" algn="l">
              <a:lnSpc>
                <a:spcPct val="100000"/>
              </a:lnSpc>
              <a:spcBef>
                <a:spcPts val="0"/>
              </a:spcBef>
              <a:spcAft>
                <a:spcPts val="0"/>
              </a:spcAft>
              <a:buSzPts val="1800"/>
              <a:buNone/>
              <a:defRPr/>
            </a:lvl6pPr>
            <a:lvl7pPr lvl="6" algn="l">
              <a:lnSpc>
                <a:spcPct val="100000"/>
              </a:lnSpc>
              <a:spcBef>
                <a:spcPts val="0"/>
              </a:spcBef>
              <a:spcAft>
                <a:spcPts val="0"/>
              </a:spcAft>
              <a:buSzPts val="1800"/>
              <a:buNone/>
              <a:defRPr/>
            </a:lvl7pPr>
            <a:lvl8pPr lvl="7" algn="l">
              <a:lnSpc>
                <a:spcPct val="100000"/>
              </a:lnSpc>
              <a:spcBef>
                <a:spcPts val="0"/>
              </a:spcBef>
              <a:spcAft>
                <a:spcPts val="0"/>
              </a:spcAft>
              <a:buSzPts val="1800"/>
              <a:buNone/>
              <a:defRPr/>
            </a:lvl8pPr>
            <a:lvl9pPr lvl="8" algn="l">
              <a:lnSpc>
                <a:spcPct val="100000"/>
              </a:lnSpc>
              <a:spcBef>
                <a:spcPts val="0"/>
              </a:spcBef>
              <a:spcAft>
                <a:spcPts val="0"/>
              </a:spcAft>
              <a:buSzPts val="1800"/>
              <a:buNone/>
              <a:defRPr/>
            </a:lvl9pPr>
          </a:lstStyle>
          <a:p/>
        </p:txBody>
      </p:sp>
      <p:sp>
        <p:nvSpPr>
          <p:cNvPr id="51" name="Google Shape;51;p48"/>
          <p:cNvSpPr txBox="1"/>
          <p:nvPr>
            <p:ph idx="4" type="title"/>
          </p:nvPr>
        </p:nvSpPr>
        <p:spPr>
          <a:xfrm>
            <a:off x="4219900" y="894463"/>
            <a:ext cx="704100" cy="4023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Clr>
                <a:schemeClr val="accent6"/>
              </a:buClr>
              <a:buSzPts val="3000"/>
              <a:buNone/>
              <a:defRPr b="0" sz="3000">
                <a:solidFill>
                  <a:schemeClr val="accent6"/>
                </a:solidFill>
              </a:defRPr>
            </a:lvl1pPr>
            <a:lvl2pPr lvl="1" algn="ctr">
              <a:lnSpc>
                <a:spcPct val="100000"/>
              </a:lnSpc>
              <a:spcBef>
                <a:spcPts val="0"/>
              </a:spcBef>
              <a:spcAft>
                <a:spcPts val="0"/>
              </a:spcAft>
              <a:buClr>
                <a:schemeClr val="accent6"/>
              </a:buClr>
              <a:buSzPts val="3000"/>
              <a:buNone/>
              <a:defRPr b="0" sz="3000">
                <a:solidFill>
                  <a:schemeClr val="accent6"/>
                </a:solidFill>
              </a:defRPr>
            </a:lvl2pPr>
            <a:lvl3pPr lvl="2" algn="ctr">
              <a:lnSpc>
                <a:spcPct val="100000"/>
              </a:lnSpc>
              <a:spcBef>
                <a:spcPts val="0"/>
              </a:spcBef>
              <a:spcAft>
                <a:spcPts val="0"/>
              </a:spcAft>
              <a:buClr>
                <a:schemeClr val="accent6"/>
              </a:buClr>
              <a:buSzPts val="3000"/>
              <a:buNone/>
              <a:defRPr b="0" sz="3000">
                <a:solidFill>
                  <a:schemeClr val="accent6"/>
                </a:solidFill>
              </a:defRPr>
            </a:lvl3pPr>
            <a:lvl4pPr lvl="3" algn="ctr">
              <a:lnSpc>
                <a:spcPct val="100000"/>
              </a:lnSpc>
              <a:spcBef>
                <a:spcPts val="0"/>
              </a:spcBef>
              <a:spcAft>
                <a:spcPts val="0"/>
              </a:spcAft>
              <a:buClr>
                <a:schemeClr val="accent6"/>
              </a:buClr>
              <a:buSzPts val="3000"/>
              <a:buNone/>
              <a:defRPr b="0" sz="3000">
                <a:solidFill>
                  <a:schemeClr val="accent6"/>
                </a:solidFill>
              </a:defRPr>
            </a:lvl4pPr>
            <a:lvl5pPr lvl="4" algn="ctr">
              <a:lnSpc>
                <a:spcPct val="100000"/>
              </a:lnSpc>
              <a:spcBef>
                <a:spcPts val="0"/>
              </a:spcBef>
              <a:spcAft>
                <a:spcPts val="0"/>
              </a:spcAft>
              <a:buClr>
                <a:schemeClr val="accent6"/>
              </a:buClr>
              <a:buSzPts val="3000"/>
              <a:buNone/>
              <a:defRPr b="0" sz="3000">
                <a:solidFill>
                  <a:schemeClr val="accent6"/>
                </a:solidFill>
              </a:defRPr>
            </a:lvl5pPr>
            <a:lvl6pPr lvl="5" algn="ctr">
              <a:lnSpc>
                <a:spcPct val="100000"/>
              </a:lnSpc>
              <a:spcBef>
                <a:spcPts val="0"/>
              </a:spcBef>
              <a:spcAft>
                <a:spcPts val="0"/>
              </a:spcAft>
              <a:buClr>
                <a:schemeClr val="accent6"/>
              </a:buClr>
              <a:buSzPts val="3000"/>
              <a:buNone/>
              <a:defRPr b="0" sz="3000">
                <a:solidFill>
                  <a:schemeClr val="accent6"/>
                </a:solidFill>
              </a:defRPr>
            </a:lvl6pPr>
            <a:lvl7pPr lvl="6" algn="ctr">
              <a:lnSpc>
                <a:spcPct val="100000"/>
              </a:lnSpc>
              <a:spcBef>
                <a:spcPts val="0"/>
              </a:spcBef>
              <a:spcAft>
                <a:spcPts val="0"/>
              </a:spcAft>
              <a:buClr>
                <a:schemeClr val="accent6"/>
              </a:buClr>
              <a:buSzPts val="3000"/>
              <a:buNone/>
              <a:defRPr b="0" sz="3000">
                <a:solidFill>
                  <a:schemeClr val="accent6"/>
                </a:solidFill>
              </a:defRPr>
            </a:lvl7pPr>
            <a:lvl8pPr lvl="7" algn="ctr">
              <a:lnSpc>
                <a:spcPct val="100000"/>
              </a:lnSpc>
              <a:spcBef>
                <a:spcPts val="0"/>
              </a:spcBef>
              <a:spcAft>
                <a:spcPts val="0"/>
              </a:spcAft>
              <a:buClr>
                <a:schemeClr val="accent6"/>
              </a:buClr>
              <a:buSzPts val="3000"/>
              <a:buNone/>
              <a:defRPr b="0" sz="3000">
                <a:solidFill>
                  <a:schemeClr val="accent6"/>
                </a:solidFill>
              </a:defRPr>
            </a:lvl8pPr>
            <a:lvl9pPr lvl="8" algn="ctr">
              <a:lnSpc>
                <a:spcPct val="100000"/>
              </a:lnSpc>
              <a:spcBef>
                <a:spcPts val="0"/>
              </a:spcBef>
              <a:spcAft>
                <a:spcPts val="0"/>
              </a:spcAft>
              <a:buClr>
                <a:schemeClr val="accent6"/>
              </a:buClr>
              <a:buSzPts val="3000"/>
              <a:buNone/>
              <a:defRPr b="0" sz="3000">
                <a:solidFill>
                  <a:schemeClr val="accent6"/>
                </a:solidFill>
              </a:defRPr>
            </a:lvl9pPr>
          </a:lstStyle>
          <a:p/>
        </p:txBody>
      </p:sp>
      <p:sp>
        <p:nvSpPr>
          <p:cNvPr id="52" name="Google Shape;52;p48"/>
          <p:cNvSpPr txBox="1"/>
          <p:nvPr>
            <p:ph idx="5" type="title"/>
          </p:nvPr>
        </p:nvSpPr>
        <p:spPr>
          <a:xfrm>
            <a:off x="4219900" y="2370600"/>
            <a:ext cx="704100" cy="4023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Clr>
                <a:schemeClr val="accent6"/>
              </a:buClr>
              <a:buSzPts val="3000"/>
              <a:buNone/>
              <a:defRPr b="0" sz="3000">
                <a:solidFill>
                  <a:schemeClr val="accent6"/>
                </a:solidFill>
              </a:defRPr>
            </a:lvl1pPr>
            <a:lvl2pPr lvl="1" algn="ctr">
              <a:lnSpc>
                <a:spcPct val="100000"/>
              </a:lnSpc>
              <a:spcBef>
                <a:spcPts val="0"/>
              </a:spcBef>
              <a:spcAft>
                <a:spcPts val="0"/>
              </a:spcAft>
              <a:buClr>
                <a:schemeClr val="accent6"/>
              </a:buClr>
              <a:buSzPts val="3000"/>
              <a:buNone/>
              <a:defRPr b="0" sz="3000">
                <a:solidFill>
                  <a:schemeClr val="accent6"/>
                </a:solidFill>
              </a:defRPr>
            </a:lvl2pPr>
            <a:lvl3pPr lvl="2" algn="ctr">
              <a:lnSpc>
                <a:spcPct val="100000"/>
              </a:lnSpc>
              <a:spcBef>
                <a:spcPts val="0"/>
              </a:spcBef>
              <a:spcAft>
                <a:spcPts val="0"/>
              </a:spcAft>
              <a:buClr>
                <a:schemeClr val="accent6"/>
              </a:buClr>
              <a:buSzPts val="3000"/>
              <a:buNone/>
              <a:defRPr b="0" sz="3000">
                <a:solidFill>
                  <a:schemeClr val="accent6"/>
                </a:solidFill>
              </a:defRPr>
            </a:lvl3pPr>
            <a:lvl4pPr lvl="3" algn="ctr">
              <a:lnSpc>
                <a:spcPct val="100000"/>
              </a:lnSpc>
              <a:spcBef>
                <a:spcPts val="0"/>
              </a:spcBef>
              <a:spcAft>
                <a:spcPts val="0"/>
              </a:spcAft>
              <a:buClr>
                <a:schemeClr val="accent6"/>
              </a:buClr>
              <a:buSzPts val="3000"/>
              <a:buNone/>
              <a:defRPr b="0" sz="3000">
                <a:solidFill>
                  <a:schemeClr val="accent6"/>
                </a:solidFill>
              </a:defRPr>
            </a:lvl4pPr>
            <a:lvl5pPr lvl="4" algn="ctr">
              <a:lnSpc>
                <a:spcPct val="100000"/>
              </a:lnSpc>
              <a:spcBef>
                <a:spcPts val="0"/>
              </a:spcBef>
              <a:spcAft>
                <a:spcPts val="0"/>
              </a:spcAft>
              <a:buClr>
                <a:schemeClr val="accent6"/>
              </a:buClr>
              <a:buSzPts val="3000"/>
              <a:buNone/>
              <a:defRPr b="0" sz="3000">
                <a:solidFill>
                  <a:schemeClr val="accent6"/>
                </a:solidFill>
              </a:defRPr>
            </a:lvl5pPr>
            <a:lvl6pPr lvl="5" algn="ctr">
              <a:lnSpc>
                <a:spcPct val="100000"/>
              </a:lnSpc>
              <a:spcBef>
                <a:spcPts val="0"/>
              </a:spcBef>
              <a:spcAft>
                <a:spcPts val="0"/>
              </a:spcAft>
              <a:buClr>
                <a:schemeClr val="accent6"/>
              </a:buClr>
              <a:buSzPts val="3000"/>
              <a:buNone/>
              <a:defRPr b="0" sz="3000">
                <a:solidFill>
                  <a:schemeClr val="accent6"/>
                </a:solidFill>
              </a:defRPr>
            </a:lvl6pPr>
            <a:lvl7pPr lvl="6" algn="ctr">
              <a:lnSpc>
                <a:spcPct val="100000"/>
              </a:lnSpc>
              <a:spcBef>
                <a:spcPts val="0"/>
              </a:spcBef>
              <a:spcAft>
                <a:spcPts val="0"/>
              </a:spcAft>
              <a:buClr>
                <a:schemeClr val="accent6"/>
              </a:buClr>
              <a:buSzPts val="3000"/>
              <a:buNone/>
              <a:defRPr b="0" sz="3000">
                <a:solidFill>
                  <a:schemeClr val="accent6"/>
                </a:solidFill>
              </a:defRPr>
            </a:lvl7pPr>
            <a:lvl8pPr lvl="7" algn="ctr">
              <a:lnSpc>
                <a:spcPct val="100000"/>
              </a:lnSpc>
              <a:spcBef>
                <a:spcPts val="0"/>
              </a:spcBef>
              <a:spcAft>
                <a:spcPts val="0"/>
              </a:spcAft>
              <a:buClr>
                <a:schemeClr val="accent6"/>
              </a:buClr>
              <a:buSzPts val="3000"/>
              <a:buNone/>
              <a:defRPr b="0" sz="3000">
                <a:solidFill>
                  <a:schemeClr val="accent6"/>
                </a:solidFill>
              </a:defRPr>
            </a:lvl8pPr>
            <a:lvl9pPr lvl="8" algn="ctr">
              <a:lnSpc>
                <a:spcPct val="100000"/>
              </a:lnSpc>
              <a:spcBef>
                <a:spcPts val="0"/>
              </a:spcBef>
              <a:spcAft>
                <a:spcPts val="0"/>
              </a:spcAft>
              <a:buClr>
                <a:schemeClr val="accent6"/>
              </a:buClr>
              <a:buSzPts val="3000"/>
              <a:buNone/>
              <a:defRPr b="0" sz="3000">
                <a:solidFill>
                  <a:schemeClr val="accent6"/>
                </a:solidFill>
              </a:defRPr>
            </a:lvl9pPr>
          </a:lstStyle>
          <a:p/>
        </p:txBody>
      </p:sp>
      <p:sp>
        <p:nvSpPr>
          <p:cNvPr id="53" name="Google Shape;53;p48"/>
          <p:cNvSpPr txBox="1"/>
          <p:nvPr>
            <p:ph idx="6" type="title"/>
          </p:nvPr>
        </p:nvSpPr>
        <p:spPr>
          <a:xfrm>
            <a:off x="4219900" y="3781213"/>
            <a:ext cx="704100" cy="4023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Clr>
                <a:schemeClr val="accent6"/>
              </a:buClr>
              <a:buSzPts val="3000"/>
              <a:buNone/>
              <a:defRPr b="0" sz="3000">
                <a:solidFill>
                  <a:schemeClr val="accent6"/>
                </a:solidFill>
              </a:defRPr>
            </a:lvl1pPr>
            <a:lvl2pPr lvl="1" algn="ctr">
              <a:lnSpc>
                <a:spcPct val="100000"/>
              </a:lnSpc>
              <a:spcBef>
                <a:spcPts val="0"/>
              </a:spcBef>
              <a:spcAft>
                <a:spcPts val="0"/>
              </a:spcAft>
              <a:buClr>
                <a:schemeClr val="accent6"/>
              </a:buClr>
              <a:buSzPts val="3000"/>
              <a:buNone/>
              <a:defRPr b="0" sz="3000">
                <a:solidFill>
                  <a:schemeClr val="accent6"/>
                </a:solidFill>
              </a:defRPr>
            </a:lvl2pPr>
            <a:lvl3pPr lvl="2" algn="ctr">
              <a:lnSpc>
                <a:spcPct val="100000"/>
              </a:lnSpc>
              <a:spcBef>
                <a:spcPts val="0"/>
              </a:spcBef>
              <a:spcAft>
                <a:spcPts val="0"/>
              </a:spcAft>
              <a:buClr>
                <a:schemeClr val="accent6"/>
              </a:buClr>
              <a:buSzPts val="3000"/>
              <a:buNone/>
              <a:defRPr b="0" sz="3000">
                <a:solidFill>
                  <a:schemeClr val="accent6"/>
                </a:solidFill>
              </a:defRPr>
            </a:lvl3pPr>
            <a:lvl4pPr lvl="3" algn="ctr">
              <a:lnSpc>
                <a:spcPct val="100000"/>
              </a:lnSpc>
              <a:spcBef>
                <a:spcPts val="0"/>
              </a:spcBef>
              <a:spcAft>
                <a:spcPts val="0"/>
              </a:spcAft>
              <a:buClr>
                <a:schemeClr val="accent6"/>
              </a:buClr>
              <a:buSzPts val="3000"/>
              <a:buNone/>
              <a:defRPr b="0" sz="3000">
                <a:solidFill>
                  <a:schemeClr val="accent6"/>
                </a:solidFill>
              </a:defRPr>
            </a:lvl4pPr>
            <a:lvl5pPr lvl="4" algn="ctr">
              <a:lnSpc>
                <a:spcPct val="100000"/>
              </a:lnSpc>
              <a:spcBef>
                <a:spcPts val="0"/>
              </a:spcBef>
              <a:spcAft>
                <a:spcPts val="0"/>
              </a:spcAft>
              <a:buClr>
                <a:schemeClr val="accent6"/>
              </a:buClr>
              <a:buSzPts val="3000"/>
              <a:buNone/>
              <a:defRPr b="0" sz="3000">
                <a:solidFill>
                  <a:schemeClr val="accent6"/>
                </a:solidFill>
              </a:defRPr>
            </a:lvl5pPr>
            <a:lvl6pPr lvl="5" algn="ctr">
              <a:lnSpc>
                <a:spcPct val="100000"/>
              </a:lnSpc>
              <a:spcBef>
                <a:spcPts val="0"/>
              </a:spcBef>
              <a:spcAft>
                <a:spcPts val="0"/>
              </a:spcAft>
              <a:buClr>
                <a:schemeClr val="accent6"/>
              </a:buClr>
              <a:buSzPts val="3000"/>
              <a:buNone/>
              <a:defRPr b="0" sz="3000">
                <a:solidFill>
                  <a:schemeClr val="accent6"/>
                </a:solidFill>
              </a:defRPr>
            </a:lvl6pPr>
            <a:lvl7pPr lvl="6" algn="ctr">
              <a:lnSpc>
                <a:spcPct val="100000"/>
              </a:lnSpc>
              <a:spcBef>
                <a:spcPts val="0"/>
              </a:spcBef>
              <a:spcAft>
                <a:spcPts val="0"/>
              </a:spcAft>
              <a:buClr>
                <a:schemeClr val="accent6"/>
              </a:buClr>
              <a:buSzPts val="3000"/>
              <a:buNone/>
              <a:defRPr b="0" sz="3000">
                <a:solidFill>
                  <a:schemeClr val="accent6"/>
                </a:solidFill>
              </a:defRPr>
            </a:lvl7pPr>
            <a:lvl8pPr lvl="7" algn="ctr">
              <a:lnSpc>
                <a:spcPct val="100000"/>
              </a:lnSpc>
              <a:spcBef>
                <a:spcPts val="0"/>
              </a:spcBef>
              <a:spcAft>
                <a:spcPts val="0"/>
              </a:spcAft>
              <a:buClr>
                <a:schemeClr val="accent6"/>
              </a:buClr>
              <a:buSzPts val="3000"/>
              <a:buNone/>
              <a:defRPr b="0" sz="3000">
                <a:solidFill>
                  <a:schemeClr val="accent6"/>
                </a:solidFill>
              </a:defRPr>
            </a:lvl8pPr>
            <a:lvl9pPr lvl="8" algn="ctr">
              <a:lnSpc>
                <a:spcPct val="100000"/>
              </a:lnSpc>
              <a:spcBef>
                <a:spcPts val="0"/>
              </a:spcBef>
              <a:spcAft>
                <a:spcPts val="0"/>
              </a:spcAft>
              <a:buClr>
                <a:schemeClr val="accent6"/>
              </a:buClr>
              <a:buSzPts val="3000"/>
              <a:buNone/>
              <a:defRPr b="0" sz="3000">
                <a:solidFill>
                  <a:schemeClr val="accent6"/>
                </a:solidFill>
              </a:defRPr>
            </a:lvl9pPr>
          </a:lstStyle>
          <a:p/>
        </p:txBody>
      </p:sp>
      <p:sp>
        <p:nvSpPr>
          <p:cNvPr id="54" name="Google Shape;54;p48"/>
          <p:cNvSpPr txBox="1"/>
          <p:nvPr>
            <p:ph idx="7" type="subTitle"/>
          </p:nvPr>
        </p:nvSpPr>
        <p:spPr>
          <a:xfrm>
            <a:off x="5303700" y="577500"/>
            <a:ext cx="3127200" cy="4662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3000"/>
              <a:buNone/>
              <a:defRPr sz="2000">
                <a:latin typeface="Palanquin Dark"/>
                <a:ea typeface="Palanquin Dark"/>
                <a:cs typeface="Palanquin Dark"/>
                <a:sym typeface="Palanquin Dark"/>
              </a:defRPr>
            </a:lvl1pPr>
            <a:lvl2pPr lvl="1" algn="l">
              <a:lnSpc>
                <a:spcPct val="100000"/>
              </a:lnSpc>
              <a:spcBef>
                <a:spcPts val="0"/>
              </a:spcBef>
              <a:spcAft>
                <a:spcPts val="0"/>
              </a:spcAft>
              <a:buSzPts val="2400"/>
              <a:buNone/>
              <a:defRPr sz="2000">
                <a:latin typeface="Palanquin Dark"/>
                <a:ea typeface="Palanquin Dark"/>
                <a:cs typeface="Palanquin Dark"/>
                <a:sym typeface="Palanquin Dark"/>
              </a:defRPr>
            </a:lvl2pPr>
            <a:lvl3pPr lvl="2" algn="l">
              <a:lnSpc>
                <a:spcPct val="100000"/>
              </a:lnSpc>
              <a:spcBef>
                <a:spcPts val="0"/>
              </a:spcBef>
              <a:spcAft>
                <a:spcPts val="0"/>
              </a:spcAft>
              <a:buSzPts val="2400"/>
              <a:buNone/>
              <a:defRPr sz="2000">
                <a:latin typeface="Palanquin Dark"/>
                <a:ea typeface="Palanquin Dark"/>
                <a:cs typeface="Palanquin Dark"/>
                <a:sym typeface="Palanquin Dark"/>
              </a:defRPr>
            </a:lvl3pPr>
            <a:lvl4pPr lvl="3" algn="l">
              <a:lnSpc>
                <a:spcPct val="100000"/>
              </a:lnSpc>
              <a:spcBef>
                <a:spcPts val="0"/>
              </a:spcBef>
              <a:spcAft>
                <a:spcPts val="0"/>
              </a:spcAft>
              <a:buSzPts val="1800"/>
              <a:buNone/>
              <a:defRPr sz="2000">
                <a:latin typeface="Palanquin Dark"/>
                <a:ea typeface="Palanquin Dark"/>
                <a:cs typeface="Palanquin Dark"/>
                <a:sym typeface="Palanquin Dark"/>
              </a:defRPr>
            </a:lvl4pPr>
            <a:lvl5pPr lvl="4" algn="l">
              <a:lnSpc>
                <a:spcPct val="100000"/>
              </a:lnSpc>
              <a:spcBef>
                <a:spcPts val="0"/>
              </a:spcBef>
              <a:spcAft>
                <a:spcPts val="0"/>
              </a:spcAft>
              <a:buSzPts val="1800"/>
              <a:buNone/>
              <a:defRPr sz="2000">
                <a:latin typeface="Palanquin Dark"/>
                <a:ea typeface="Palanquin Dark"/>
                <a:cs typeface="Palanquin Dark"/>
                <a:sym typeface="Palanquin Dark"/>
              </a:defRPr>
            </a:lvl5pPr>
            <a:lvl6pPr lvl="5" algn="l">
              <a:lnSpc>
                <a:spcPct val="100000"/>
              </a:lnSpc>
              <a:spcBef>
                <a:spcPts val="0"/>
              </a:spcBef>
              <a:spcAft>
                <a:spcPts val="0"/>
              </a:spcAft>
              <a:buSzPts val="1800"/>
              <a:buNone/>
              <a:defRPr sz="2000">
                <a:latin typeface="Palanquin Dark"/>
                <a:ea typeface="Palanquin Dark"/>
                <a:cs typeface="Palanquin Dark"/>
                <a:sym typeface="Palanquin Dark"/>
              </a:defRPr>
            </a:lvl6pPr>
            <a:lvl7pPr lvl="6" algn="l">
              <a:lnSpc>
                <a:spcPct val="100000"/>
              </a:lnSpc>
              <a:spcBef>
                <a:spcPts val="0"/>
              </a:spcBef>
              <a:spcAft>
                <a:spcPts val="0"/>
              </a:spcAft>
              <a:buSzPts val="1800"/>
              <a:buNone/>
              <a:defRPr sz="2000">
                <a:latin typeface="Palanquin Dark"/>
                <a:ea typeface="Palanquin Dark"/>
                <a:cs typeface="Palanquin Dark"/>
                <a:sym typeface="Palanquin Dark"/>
              </a:defRPr>
            </a:lvl7pPr>
            <a:lvl8pPr lvl="7" algn="l">
              <a:lnSpc>
                <a:spcPct val="100000"/>
              </a:lnSpc>
              <a:spcBef>
                <a:spcPts val="0"/>
              </a:spcBef>
              <a:spcAft>
                <a:spcPts val="0"/>
              </a:spcAft>
              <a:buSzPts val="1800"/>
              <a:buNone/>
              <a:defRPr sz="2000">
                <a:latin typeface="Palanquin Dark"/>
                <a:ea typeface="Palanquin Dark"/>
                <a:cs typeface="Palanquin Dark"/>
                <a:sym typeface="Palanquin Dark"/>
              </a:defRPr>
            </a:lvl8pPr>
            <a:lvl9pPr lvl="8" algn="l">
              <a:lnSpc>
                <a:spcPct val="100000"/>
              </a:lnSpc>
              <a:spcBef>
                <a:spcPts val="0"/>
              </a:spcBef>
              <a:spcAft>
                <a:spcPts val="0"/>
              </a:spcAft>
              <a:buSzPts val="1800"/>
              <a:buNone/>
              <a:defRPr sz="2000">
                <a:latin typeface="Palanquin Dark"/>
                <a:ea typeface="Palanquin Dark"/>
                <a:cs typeface="Palanquin Dark"/>
                <a:sym typeface="Palanquin Dark"/>
              </a:defRPr>
            </a:lvl9pPr>
          </a:lstStyle>
          <a:p/>
        </p:txBody>
      </p:sp>
      <p:sp>
        <p:nvSpPr>
          <p:cNvPr id="55" name="Google Shape;55;p48"/>
          <p:cNvSpPr txBox="1"/>
          <p:nvPr>
            <p:ph idx="8" type="subTitle"/>
          </p:nvPr>
        </p:nvSpPr>
        <p:spPr>
          <a:xfrm>
            <a:off x="5303700" y="2036975"/>
            <a:ext cx="3127200" cy="4662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3000"/>
              <a:buNone/>
              <a:defRPr sz="2000">
                <a:latin typeface="Palanquin Dark"/>
                <a:ea typeface="Palanquin Dark"/>
                <a:cs typeface="Palanquin Dark"/>
                <a:sym typeface="Palanquin Dark"/>
              </a:defRPr>
            </a:lvl1pPr>
            <a:lvl2pPr lvl="1" algn="l">
              <a:lnSpc>
                <a:spcPct val="100000"/>
              </a:lnSpc>
              <a:spcBef>
                <a:spcPts val="0"/>
              </a:spcBef>
              <a:spcAft>
                <a:spcPts val="0"/>
              </a:spcAft>
              <a:buSzPts val="2400"/>
              <a:buNone/>
              <a:defRPr sz="2000">
                <a:latin typeface="Palanquin Dark"/>
                <a:ea typeface="Palanquin Dark"/>
                <a:cs typeface="Palanquin Dark"/>
                <a:sym typeface="Palanquin Dark"/>
              </a:defRPr>
            </a:lvl2pPr>
            <a:lvl3pPr lvl="2" algn="l">
              <a:lnSpc>
                <a:spcPct val="100000"/>
              </a:lnSpc>
              <a:spcBef>
                <a:spcPts val="0"/>
              </a:spcBef>
              <a:spcAft>
                <a:spcPts val="0"/>
              </a:spcAft>
              <a:buSzPts val="2400"/>
              <a:buNone/>
              <a:defRPr sz="2000">
                <a:latin typeface="Palanquin Dark"/>
                <a:ea typeface="Palanquin Dark"/>
                <a:cs typeface="Palanquin Dark"/>
                <a:sym typeface="Palanquin Dark"/>
              </a:defRPr>
            </a:lvl3pPr>
            <a:lvl4pPr lvl="3" algn="l">
              <a:lnSpc>
                <a:spcPct val="100000"/>
              </a:lnSpc>
              <a:spcBef>
                <a:spcPts val="0"/>
              </a:spcBef>
              <a:spcAft>
                <a:spcPts val="0"/>
              </a:spcAft>
              <a:buSzPts val="1800"/>
              <a:buNone/>
              <a:defRPr sz="2000">
                <a:latin typeface="Palanquin Dark"/>
                <a:ea typeface="Palanquin Dark"/>
                <a:cs typeface="Palanquin Dark"/>
                <a:sym typeface="Palanquin Dark"/>
              </a:defRPr>
            </a:lvl4pPr>
            <a:lvl5pPr lvl="4" algn="l">
              <a:lnSpc>
                <a:spcPct val="100000"/>
              </a:lnSpc>
              <a:spcBef>
                <a:spcPts val="0"/>
              </a:spcBef>
              <a:spcAft>
                <a:spcPts val="0"/>
              </a:spcAft>
              <a:buSzPts val="1800"/>
              <a:buNone/>
              <a:defRPr sz="2000">
                <a:latin typeface="Palanquin Dark"/>
                <a:ea typeface="Palanquin Dark"/>
                <a:cs typeface="Palanquin Dark"/>
                <a:sym typeface="Palanquin Dark"/>
              </a:defRPr>
            </a:lvl5pPr>
            <a:lvl6pPr lvl="5" algn="l">
              <a:lnSpc>
                <a:spcPct val="100000"/>
              </a:lnSpc>
              <a:spcBef>
                <a:spcPts val="0"/>
              </a:spcBef>
              <a:spcAft>
                <a:spcPts val="0"/>
              </a:spcAft>
              <a:buSzPts val="1800"/>
              <a:buNone/>
              <a:defRPr sz="2000">
                <a:latin typeface="Palanquin Dark"/>
                <a:ea typeface="Palanquin Dark"/>
                <a:cs typeface="Palanquin Dark"/>
                <a:sym typeface="Palanquin Dark"/>
              </a:defRPr>
            </a:lvl6pPr>
            <a:lvl7pPr lvl="6" algn="l">
              <a:lnSpc>
                <a:spcPct val="100000"/>
              </a:lnSpc>
              <a:spcBef>
                <a:spcPts val="0"/>
              </a:spcBef>
              <a:spcAft>
                <a:spcPts val="0"/>
              </a:spcAft>
              <a:buSzPts val="1800"/>
              <a:buNone/>
              <a:defRPr sz="2000">
                <a:latin typeface="Palanquin Dark"/>
                <a:ea typeface="Palanquin Dark"/>
                <a:cs typeface="Palanquin Dark"/>
                <a:sym typeface="Palanquin Dark"/>
              </a:defRPr>
            </a:lvl7pPr>
            <a:lvl8pPr lvl="7" algn="l">
              <a:lnSpc>
                <a:spcPct val="100000"/>
              </a:lnSpc>
              <a:spcBef>
                <a:spcPts val="0"/>
              </a:spcBef>
              <a:spcAft>
                <a:spcPts val="0"/>
              </a:spcAft>
              <a:buSzPts val="1800"/>
              <a:buNone/>
              <a:defRPr sz="2000">
                <a:latin typeface="Palanquin Dark"/>
                <a:ea typeface="Palanquin Dark"/>
                <a:cs typeface="Palanquin Dark"/>
                <a:sym typeface="Palanquin Dark"/>
              </a:defRPr>
            </a:lvl8pPr>
            <a:lvl9pPr lvl="8" algn="l">
              <a:lnSpc>
                <a:spcPct val="100000"/>
              </a:lnSpc>
              <a:spcBef>
                <a:spcPts val="0"/>
              </a:spcBef>
              <a:spcAft>
                <a:spcPts val="0"/>
              </a:spcAft>
              <a:buSzPts val="1800"/>
              <a:buNone/>
              <a:defRPr sz="2000">
                <a:latin typeface="Palanquin Dark"/>
                <a:ea typeface="Palanquin Dark"/>
                <a:cs typeface="Palanquin Dark"/>
                <a:sym typeface="Palanquin Dark"/>
              </a:defRPr>
            </a:lvl9pPr>
          </a:lstStyle>
          <a:p/>
        </p:txBody>
      </p:sp>
      <p:sp>
        <p:nvSpPr>
          <p:cNvPr id="56" name="Google Shape;56;p48"/>
          <p:cNvSpPr txBox="1"/>
          <p:nvPr>
            <p:ph idx="9" type="subTitle"/>
          </p:nvPr>
        </p:nvSpPr>
        <p:spPr>
          <a:xfrm>
            <a:off x="5303700" y="3493450"/>
            <a:ext cx="3127200" cy="4662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3000"/>
              <a:buNone/>
              <a:defRPr sz="2000">
                <a:latin typeface="Palanquin Dark"/>
                <a:ea typeface="Palanquin Dark"/>
                <a:cs typeface="Palanquin Dark"/>
                <a:sym typeface="Palanquin Dark"/>
              </a:defRPr>
            </a:lvl1pPr>
            <a:lvl2pPr lvl="1" algn="l">
              <a:lnSpc>
                <a:spcPct val="100000"/>
              </a:lnSpc>
              <a:spcBef>
                <a:spcPts val="0"/>
              </a:spcBef>
              <a:spcAft>
                <a:spcPts val="0"/>
              </a:spcAft>
              <a:buSzPts val="2400"/>
              <a:buNone/>
              <a:defRPr sz="2000">
                <a:latin typeface="Palanquin Dark"/>
                <a:ea typeface="Palanquin Dark"/>
                <a:cs typeface="Palanquin Dark"/>
                <a:sym typeface="Palanquin Dark"/>
              </a:defRPr>
            </a:lvl2pPr>
            <a:lvl3pPr lvl="2" algn="l">
              <a:lnSpc>
                <a:spcPct val="100000"/>
              </a:lnSpc>
              <a:spcBef>
                <a:spcPts val="0"/>
              </a:spcBef>
              <a:spcAft>
                <a:spcPts val="0"/>
              </a:spcAft>
              <a:buSzPts val="2400"/>
              <a:buNone/>
              <a:defRPr sz="2000">
                <a:latin typeface="Palanquin Dark"/>
                <a:ea typeface="Palanquin Dark"/>
                <a:cs typeface="Palanquin Dark"/>
                <a:sym typeface="Palanquin Dark"/>
              </a:defRPr>
            </a:lvl3pPr>
            <a:lvl4pPr lvl="3" algn="l">
              <a:lnSpc>
                <a:spcPct val="100000"/>
              </a:lnSpc>
              <a:spcBef>
                <a:spcPts val="0"/>
              </a:spcBef>
              <a:spcAft>
                <a:spcPts val="0"/>
              </a:spcAft>
              <a:buSzPts val="1800"/>
              <a:buNone/>
              <a:defRPr sz="2000">
                <a:latin typeface="Palanquin Dark"/>
                <a:ea typeface="Palanquin Dark"/>
                <a:cs typeface="Palanquin Dark"/>
                <a:sym typeface="Palanquin Dark"/>
              </a:defRPr>
            </a:lvl4pPr>
            <a:lvl5pPr lvl="4" algn="l">
              <a:lnSpc>
                <a:spcPct val="100000"/>
              </a:lnSpc>
              <a:spcBef>
                <a:spcPts val="0"/>
              </a:spcBef>
              <a:spcAft>
                <a:spcPts val="0"/>
              </a:spcAft>
              <a:buSzPts val="1800"/>
              <a:buNone/>
              <a:defRPr sz="2000">
                <a:latin typeface="Palanquin Dark"/>
                <a:ea typeface="Palanquin Dark"/>
                <a:cs typeface="Palanquin Dark"/>
                <a:sym typeface="Palanquin Dark"/>
              </a:defRPr>
            </a:lvl5pPr>
            <a:lvl6pPr lvl="5" algn="l">
              <a:lnSpc>
                <a:spcPct val="100000"/>
              </a:lnSpc>
              <a:spcBef>
                <a:spcPts val="0"/>
              </a:spcBef>
              <a:spcAft>
                <a:spcPts val="0"/>
              </a:spcAft>
              <a:buSzPts val="1800"/>
              <a:buNone/>
              <a:defRPr sz="2000">
                <a:latin typeface="Palanquin Dark"/>
                <a:ea typeface="Palanquin Dark"/>
                <a:cs typeface="Palanquin Dark"/>
                <a:sym typeface="Palanquin Dark"/>
              </a:defRPr>
            </a:lvl6pPr>
            <a:lvl7pPr lvl="6" algn="l">
              <a:lnSpc>
                <a:spcPct val="100000"/>
              </a:lnSpc>
              <a:spcBef>
                <a:spcPts val="0"/>
              </a:spcBef>
              <a:spcAft>
                <a:spcPts val="0"/>
              </a:spcAft>
              <a:buSzPts val="1800"/>
              <a:buNone/>
              <a:defRPr sz="2000">
                <a:latin typeface="Palanquin Dark"/>
                <a:ea typeface="Palanquin Dark"/>
                <a:cs typeface="Palanquin Dark"/>
                <a:sym typeface="Palanquin Dark"/>
              </a:defRPr>
            </a:lvl7pPr>
            <a:lvl8pPr lvl="7" algn="l">
              <a:lnSpc>
                <a:spcPct val="100000"/>
              </a:lnSpc>
              <a:spcBef>
                <a:spcPts val="0"/>
              </a:spcBef>
              <a:spcAft>
                <a:spcPts val="0"/>
              </a:spcAft>
              <a:buSzPts val="1800"/>
              <a:buNone/>
              <a:defRPr sz="2000">
                <a:latin typeface="Palanquin Dark"/>
                <a:ea typeface="Palanquin Dark"/>
                <a:cs typeface="Palanquin Dark"/>
                <a:sym typeface="Palanquin Dark"/>
              </a:defRPr>
            </a:lvl8pPr>
            <a:lvl9pPr lvl="8" algn="l">
              <a:lnSpc>
                <a:spcPct val="100000"/>
              </a:lnSpc>
              <a:spcBef>
                <a:spcPts val="0"/>
              </a:spcBef>
              <a:spcAft>
                <a:spcPts val="0"/>
              </a:spcAft>
              <a:buSzPts val="1800"/>
              <a:buNone/>
              <a:defRPr sz="2000">
                <a:latin typeface="Palanquin Dark"/>
                <a:ea typeface="Palanquin Dark"/>
                <a:cs typeface="Palanquin Dark"/>
                <a:sym typeface="Palanquin Dark"/>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mp; One Column">
  <p:cSld name="ONE_COLUMN_TEXT">
    <p:spTree>
      <p:nvGrpSpPr>
        <p:cNvPr id="57" name="Shape 57"/>
        <p:cNvGrpSpPr/>
        <p:nvPr/>
      </p:nvGrpSpPr>
      <p:grpSpPr>
        <a:xfrm>
          <a:off x="0" y="0"/>
          <a:ext cx="0" cy="0"/>
          <a:chOff x="0" y="0"/>
          <a:chExt cx="0" cy="0"/>
        </a:xfrm>
      </p:grpSpPr>
      <p:sp>
        <p:nvSpPr>
          <p:cNvPr id="58" name="Google Shape;58;g71ac2c4415cd17ca_92"/>
          <p:cNvSpPr txBox="1"/>
          <p:nvPr>
            <p:ph type="title"/>
          </p:nvPr>
        </p:nvSpPr>
        <p:spPr>
          <a:xfrm>
            <a:off x="311700" y="555600"/>
            <a:ext cx="2808000" cy="7557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SzPts val="2500"/>
              <a:buNone/>
              <a:defRPr sz="25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59" name="Google Shape;59;g71ac2c4415cd17ca_92"/>
          <p:cNvSpPr txBox="1"/>
          <p:nvPr>
            <p:ph idx="1" type="body"/>
          </p:nvPr>
        </p:nvSpPr>
        <p:spPr>
          <a:xfrm>
            <a:off x="311700" y="1389600"/>
            <a:ext cx="3761700" cy="3179400"/>
          </a:xfrm>
          <a:prstGeom prst="rect">
            <a:avLst/>
          </a:prstGeom>
          <a:noFill/>
          <a:ln>
            <a:noFill/>
          </a:ln>
        </p:spPr>
        <p:txBody>
          <a:bodyPr anchorCtr="0" anchor="t" bIns="91425" lIns="91425" spcFirstLastPara="1" rIns="91425" wrap="square" tIns="91425">
            <a:noAutofit/>
          </a:bodyPr>
          <a:lstStyle>
            <a:lvl1pPr indent="-330200" lvl="0" marL="457200" algn="l">
              <a:lnSpc>
                <a:spcPct val="115000"/>
              </a:lnSpc>
              <a:spcBef>
                <a:spcPts val="0"/>
              </a:spcBef>
              <a:spcAft>
                <a:spcPts val="0"/>
              </a:spcAft>
              <a:buClr>
                <a:srgbClr val="5F6368"/>
              </a:buClr>
              <a:buSzPts val="1600"/>
              <a:buFont typeface="Roboto Mono Light"/>
              <a:buChar char="●"/>
              <a:defRPr sz="1600">
                <a:solidFill>
                  <a:srgbClr val="5F6368"/>
                </a:solidFill>
                <a:latin typeface="Roboto Mono Light"/>
                <a:ea typeface="Roboto Mono Light"/>
                <a:cs typeface="Roboto Mono Light"/>
                <a:sym typeface="Roboto Mono Light"/>
              </a:defRPr>
            </a:lvl1pPr>
            <a:lvl2pPr indent="-330200" lvl="1" marL="914400" algn="l">
              <a:lnSpc>
                <a:spcPct val="115000"/>
              </a:lnSpc>
              <a:spcBef>
                <a:spcPts val="0"/>
              </a:spcBef>
              <a:spcAft>
                <a:spcPts val="0"/>
              </a:spcAft>
              <a:buClr>
                <a:srgbClr val="5F6368"/>
              </a:buClr>
              <a:buSzPts val="1600"/>
              <a:buChar char="○"/>
              <a:defRPr sz="1600">
                <a:solidFill>
                  <a:srgbClr val="5F6368"/>
                </a:solidFill>
              </a:defRPr>
            </a:lvl2pPr>
            <a:lvl3pPr indent="-330200" lvl="2" marL="1371600" algn="l">
              <a:lnSpc>
                <a:spcPct val="115000"/>
              </a:lnSpc>
              <a:spcBef>
                <a:spcPts val="0"/>
              </a:spcBef>
              <a:spcAft>
                <a:spcPts val="0"/>
              </a:spcAft>
              <a:buClr>
                <a:srgbClr val="5F6368"/>
              </a:buClr>
              <a:buSzPts val="1600"/>
              <a:buChar char="■"/>
              <a:defRPr sz="1600">
                <a:solidFill>
                  <a:srgbClr val="5F6368"/>
                </a:solidFill>
              </a:defRPr>
            </a:lvl3pPr>
            <a:lvl4pPr indent="-330200" lvl="3" marL="1828800" algn="l">
              <a:lnSpc>
                <a:spcPct val="115000"/>
              </a:lnSpc>
              <a:spcBef>
                <a:spcPts val="0"/>
              </a:spcBef>
              <a:spcAft>
                <a:spcPts val="0"/>
              </a:spcAft>
              <a:buClr>
                <a:srgbClr val="5F6368"/>
              </a:buClr>
              <a:buSzPts val="1600"/>
              <a:buChar char="●"/>
              <a:defRPr sz="1600">
                <a:solidFill>
                  <a:srgbClr val="5F6368"/>
                </a:solidFill>
              </a:defRPr>
            </a:lvl4pPr>
            <a:lvl5pPr indent="-330200" lvl="4" marL="2286000" algn="l">
              <a:lnSpc>
                <a:spcPct val="115000"/>
              </a:lnSpc>
              <a:spcBef>
                <a:spcPts val="0"/>
              </a:spcBef>
              <a:spcAft>
                <a:spcPts val="0"/>
              </a:spcAft>
              <a:buClr>
                <a:srgbClr val="5F6368"/>
              </a:buClr>
              <a:buSzPts val="1600"/>
              <a:buChar char="○"/>
              <a:defRPr sz="1600">
                <a:solidFill>
                  <a:srgbClr val="5F6368"/>
                </a:solidFill>
              </a:defRPr>
            </a:lvl5pPr>
            <a:lvl6pPr indent="-330200" lvl="5" marL="2743200" algn="l">
              <a:lnSpc>
                <a:spcPct val="115000"/>
              </a:lnSpc>
              <a:spcBef>
                <a:spcPts val="0"/>
              </a:spcBef>
              <a:spcAft>
                <a:spcPts val="0"/>
              </a:spcAft>
              <a:buClr>
                <a:srgbClr val="5F6368"/>
              </a:buClr>
              <a:buSzPts val="1600"/>
              <a:buChar char="■"/>
              <a:defRPr sz="1600">
                <a:solidFill>
                  <a:srgbClr val="5F6368"/>
                </a:solidFill>
              </a:defRPr>
            </a:lvl6pPr>
            <a:lvl7pPr indent="-330200" lvl="6" marL="3200400" algn="l">
              <a:lnSpc>
                <a:spcPct val="115000"/>
              </a:lnSpc>
              <a:spcBef>
                <a:spcPts val="0"/>
              </a:spcBef>
              <a:spcAft>
                <a:spcPts val="0"/>
              </a:spcAft>
              <a:buClr>
                <a:srgbClr val="5F6368"/>
              </a:buClr>
              <a:buSzPts val="1600"/>
              <a:buChar char="●"/>
              <a:defRPr sz="1600">
                <a:solidFill>
                  <a:srgbClr val="5F6368"/>
                </a:solidFill>
              </a:defRPr>
            </a:lvl7pPr>
            <a:lvl8pPr indent="-330200" lvl="7" marL="3657600" algn="l">
              <a:lnSpc>
                <a:spcPct val="115000"/>
              </a:lnSpc>
              <a:spcBef>
                <a:spcPts val="0"/>
              </a:spcBef>
              <a:spcAft>
                <a:spcPts val="0"/>
              </a:spcAft>
              <a:buClr>
                <a:srgbClr val="5F6368"/>
              </a:buClr>
              <a:buSzPts val="1600"/>
              <a:buChar char="○"/>
              <a:defRPr sz="1600">
                <a:solidFill>
                  <a:srgbClr val="5F6368"/>
                </a:solidFill>
              </a:defRPr>
            </a:lvl8pPr>
            <a:lvl9pPr indent="-330200" lvl="8" marL="4114800" algn="l">
              <a:lnSpc>
                <a:spcPct val="115000"/>
              </a:lnSpc>
              <a:spcBef>
                <a:spcPts val="0"/>
              </a:spcBef>
              <a:spcAft>
                <a:spcPts val="0"/>
              </a:spcAft>
              <a:buClr>
                <a:srgbClr val="5F6368"/>
              </a:buClr>
              <a:buSzPts val="1600"/>
              <a:buChar char="■"/>
              <a:defRPr sz="1600">
                <a:solidFill>
                  <a:srgbClr val="5F6368"/>
                </a:solidFill>
              </a:defRPr>
            </a:lvl9pPr>
          </a:lstStyle>
          <a:p/>
        </p:txBody>
      </p:sp>
      <p:sp>
        <p:nvSpPr>
          <p:cNvPr id="60" name="Google Shape;60;g71ac2c4415cd17ca_9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fr"/>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image" Target="../media/image7.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
    <p:bg>
      <p:bgPr>
        <a:blipFill>
          <a:blip r:embed="rId1">
            <a:alphaModFix/>
          </a:blip>
          <a:stretch>
            <a:fillRect/>
          </a:stretch>
        </a:blipFill>
      </p:bgPr>
    </p:bg>
    <p:spTree>
      <p:nvGrpSpPr>
        <p:cNvPr id="5" name="Shape 5"/>
        <p:cNvGrpSpPr/>
        <p:nvPr/>
      </p:nvGrpSpPr>
      <p:grpSpPr>
        <a:xfrm>
          <a:off x="0" y="0"/>
          <a:ext cx="0" cy="0"/>
          <a:chOff x="0" y="0"/>
          <a:chExt cx="0" cy="0"/>
        </a:xfrm>
      </p:grpSpPr>
      <p:sp>
        <p:nvSpPr>
          <p:cNvPr id="6" name="Google Shape;6;p43"/>
          <p:cNvSpPr txBox="1"/>
          <p:nvPr>
            <p:ph type="title"/>
          </p:nvPr>
        </p:nvSpPr>
        <p:spPr>
          <a:xfrm>
            <a:off x="786150" y="308120"/>
            <a:ext cx="7571700" cy="702600"/>
          </a:xfrm>
          <a:prstGeom prst="rect">
            <a:avLst/>
          </a:prstGeom>
          <a:noFill/>
          <a:ln>
            <a:noFill/>
          </a:ln>
        </p:spPr>
        <p:txBody>
          <a:bodyPr anchorCtr="0" anchor="b" bIns="91425" lIns="91425" spcFirstLastPara="1" rIns="91425" wrap="square" tIns="91425">
            <a:noAutofit/>
          </a:bodyPr>
          <a:lstStyle>
            <a:lvl1pPr lvl="0" marR="0" rtl="0" algn="l">
              <a:lnSpc>
                <a:spcPct val="100000"/>
              </a:lnSpc>
              <a:spcBef>
                <a:spcPts val="0"/>
              </a:spcBef>
              <a:spcAft>
                <a:spcPts val="0"/>
              </a:spcAft>
              <a:buClr>
                <a:schemeClr val="accent1"/>
              </a:buClr>
              <a:buSzPts val="2000"/>
              <a:buFont typeface="Roboto Slab"/>
              <a:buNone/>
              <a:defRPr b="0" i="0" sz="2000" u="none" cap="none" strike="noStrike">
                <a:solidFill>
                  <a:schemeClr val="accent1"/>
                </a:solidFill>
                <a:latin typeface="Roboto Slab"/>
                <a:ea typeface="Roboto Slab"/>
                <a:cs typeface="Roboto Slab"/>
                <a:sym typeface="Roboto Slab"/>
              </a:defRPr>
            </a:lvl1pPr>
            <a:lvl2pPr lvl="1" marR="0" rtl="0" algn="l">
              <a:lnSpc>
                <a:spcPct val="100000"/>
              </a:lnSpc>
              <a:spcBef>
                <a:spcPts val="0"/>
              </a:spcBef>
              <a:spcAft>
                <a:spcPts val="0"/>
              </a:spcAft>
              <a:buClr>
                <a:schemeClr val="accent1"/>
              </a:buClr>
              <a:buSzPts val="2000"/>
              <a:buFont typeface="Roboto Slab"/>
              <a:buNone/>
              <a:defRPr b="0" i="0" sz="2000" u="none" cap="none" strike="noStrike">
                <a:solidFill>
                  <a:schemeClr val="accent1"/>
                </a:solidFill>
                <a:latin typeface="Roboto Slab"/>
                <a:ea typeface="Roboto Slab"/>
                <a:cs typeface="Roboto Slab"/>
                <a:sym typeface="Roboto Slab"/>
              </a:defRPr>
            </a:lvl2pPr>
            <a:lvl3pPr lvl="2" marR="0" rtl="0" algn="l">
              <a:lnSpc>
                <a:spcPct val="100000"/>
              </a:lnSpc>
              <a:spcBef>
                <a:spcPts val="0"/>
              </a:spcBef>
              <a:spcAft>
                <a:spcPts val="0"/>
              </a:spcAft>
              <a:buClr>
                <a:schemeClr val="accent1"/>
              </a:buClr>
              <a:buSzPts val="2000"/>
              <a:buFont typeface="Roboto Slab"/>
              <a:buNone/>
              <a:defRPr b="0" i="0" sz="2000" u="none" cap="none" strike="noStrike">
                <a:solidFill>
                  <a:schemeClr val="accent1"/>
                </a:solidFill>
                <a:latin typeface="Roboto Slab"/>
                <a:ea typeface="Roboto Slab"/>
                <a:cs typeface="Roboto Slab"/>
                <a:sym typeface="Roboto Slab"/>
              </a:defRPr>
            </a:lvl3pPr>
            <a:lvl4pPr lvl="3" marR="0" rtl="0" algn="l">
              <a:lnSpc>
                <a:spcPct val="100000"/>
              </a:lnSpc>
              <a:spcBef>
                <a:spcPts val="0"/>
              </a:spcBef>
              <a:spcAft>
                <a:spcPts val="0"/>
              </a:spcAft>
              <a:buClr>
                <a:schemeClr val="accent1"/>
              </a:buClr>
              <a:buSzPts val="2000"/>
              <a:buFont typeface="Roboto Slab"/>
              <a:buNone/>
              <a:defRPr b="0" i="0" sz="2000" u="none" cap="none" strike="noStrike">
                <a:solidFill>
                  <a:schemeClr val="accent1"/>
                </a:solidFill>
                <a:latin typeface="Roboto Slab"/>
                <a:ea typeface="Roboto Slab"/>
                <a:cs typeface="Roboto Slab"/>
                <a:sym typeface="Roboto Slab"/>
              </a:defRPr>
            </a:lvl4pPr>
            <a:lvl5pPr lvl="4" marR="0" rtl="0" algn="l">
              <a:lnSpc>
                <a:spcPct val="100000"/>
              </a:lnSpc>
              <a:spcBef>
                <a:spcPts val="0"/>
              </a:spcBef>
              <a:spcAft>
                <a:spcPts val="0"/>
              </a:spcAft>
              <a:buClr>
                <a:schemeClr val="accent1"/>
              </a:buClr>
              <a:buSzPts val="2000"/>
              <a:buFont typeface="Roboto Slab"/>
              <a:buNone/>
              <a:defRPr b="0" i="0" sz="2000" u="none" cap="none" strike="noStrike">
                <a:solidFill>
                  <a:schemeClr val="accent1"/>
                </a:solidFill>
                <a:latin typeface="Roboto Slab"/>
                <a:ea typeface="Roboto Slab"/>
                <a:cs typeface="Roboto Slab"/>
                <a:sym typeface="Roboto Slab"/>
              </a:defRPr>
            </a:lvl5pPr>
            <a:lvl6pPr lvl="5" marR="0" rtl="0" algn="l">
              <a:lnSpc>
                <a:spcPct val="100000"/>
              </a:lnSpc>
              <a:spcBef>
                <a:spcPts val="0"/>
              </a:spcBef>
              <a:spcAft>
                <a:spcPts val="0"/>
              </a:spcAft>
              <a:buClr>
                <a:schemeClr val="accent1"/>
              </a:buClr>
              <a:buSzPts val="2000"/>
              <a:buFont typeface="Roboto Slab"/>
              <a:buNone/>
              <a:defRPr b="0" i="0" sz="2000" u="none" cap="none" strike="noStrike">
                <a:solidFill>
                  <a:schemeClr val="accent1"/>
                </a:solidFill>
                <a:latin typeface="Roboto Slab"/>
                <a:ea typeface="Roboto Slab"/>
                <a:cs typeface="Roboto Slab"/>
                <a:sym typeface="Roboto Slab"/>
              </a:defRPr>
            </a:lvl6pPr>
            <a:lvl7pPr lvl="6" marR="0" rtl="0" algn="l">
              <a:lnSpc>
                <a:spcPct val="100000"/>
              </a:lnSpc>
              <a:spcBef>
                <a:spcPts val="0"/>
              </a:spcBef>
              <a:spcAft>
                <a:spcPts val="0"/>
              </a:spcAft>
              <a:buClr>
                <a:schemeClr val="accent1"/>
              </a:buClr>
              <a:buSzPts val="2000"/>
              <a:buFont typeface="Roboto Slab"/>
              <a:buNone/>
              <a:defRPr b="0" i="0" sz="2000" u="none" cap="none" strike="noStrike">
                <a:solidFill>
                  <a:schemeClr val="accent1"/>
                </a:solidFill>
                <a:latin typeface="Roboto Slab"/>
                <a:ea typeface="Roboto Slab"/>
                <a:cs typeface="Roboto Slab"/>
                <a:sym typeface="Roboto Slab"/>
              </a:defRPr>
            </a:lvl7pPr>
            <a:lvl8pPr lvl="7" marR="0" rtl="0" algn="l">
              <a:lnSpc>
                <a:spcPct val="100000"/>
              </a:lnSpc>
              <a:spcBef>
                <a:spcPts val="0"/>
              </a:spcBef>
              <a:spcAft>
                <a:spcPts val="0"/>
              </a:spcAft>
              <a:buClr>
                <a:schemeClr val="accent1"/>
              </a:buClr>
              <a:buSzPts val="2000"/>
              <a:buFont typeface="Roboto Slab"/>
              <a:buNone/>
              <a:defRPr b="0" i="0" sz="2000" u="none" cap="none" strike="noStrike">
                <a:solidFill>
                  <a:schemeClr val="accent1"/>
                </a:solidFill>
                <a:latin typeface="Roboto Slab"/>
                <a:ea typeface="Roboto Slab"/>
                <a:cs typeface="Roboto Slab"/>
                <a:sym typeface="Roboto Slab"/>
              </a:defRPr>
            </a:lvl8pPr>
            <a:lvl9pPr lvl="8" marR="0" rtl="0" algn="l">
              <a:lnSpc>
                <a:spcPct val="100000"/>
              </a:lnSpc>
              <a:spcBef>
                <a:spcPts val="0"/>
              </a:spcBef>
              <a:spcAft>
                <a:spcPts val="0"/>
              </a:spcAft>
              <a:buClr>
                <a:schemeClr val="accent1"/>
              </a:buClr>
              <a:buSzPts val="2000"/>
              <a:buFont typeface="Roboto Slab"/>
              <a:buNone/>
              <a:defRPr b="0" i="0" sz="2000" u="none" cap="none" strike="noStrike">
                <a:solidFill>
                  <a:schemeClr val="accent1"/>
                </a:solidFill>
                <a:latin typeface="Roboto Slab"/>
                <a:ea typeface="Roboto Slab"/>
                <a:cs typeface="Roboto Slab"/>
                <a:sym typeface="Roboto Slab"/>
              </a:defRPr>
            </a:lvl9pPr>
          </a:lstStyle>
          <a:p/>
        </p:txBody>
      </p:sp>
      <p:sp>
        <p:nvSpPr>
          <p:cNvPr id="7" name="Google Shape;7;p43"/>
          <p:cNvSpPr txBox="1"/>
          <p:nvPr>
            <p:ph idx="1" type="body"/>
          </p:nvPr>
        </p:nvSpPr>
        <p:spPr>
          <a:xfrm>
            <a:off x="786150" y="1261700"/>
            <a:ext cx="7571700" cy="3573600"/>
          </a:xfrm>
          <a:prstGeom prst="rect">
            <a:avLst/>
          </a:prstGeom>
          <a:noFill/>
          <a:ln>
            <a:noFill/>
          </a:ln>
        </p:spPr>
        <p:txBody>
          <a:bodyPr anchorCtr="0" anchor="t" bIns="91425" lIns="91425" spcFirstLastPara="1" rIns="91425" wrap="square" tIns="91425">
            <a:noAutofit/>
          </a:bodyPr>
          <a:lstStyle>
            <a:lvl1pPr indent="-419100" lvl="0" marL="457200" marR="0" rtl="0" algn="l">
              <a:lnSpc>
                <a:spcPct val="100000"/>
              </a:lnSpc>
              <a:spcBef>
                <a:spcPts val="600"/>
              </a:spcBef>
              <a:spcAft>
                <a:spcPts val="0"/>
              </a:spcAft>
              <a:buClr>
                <a:schemeClr val="accent4"/>
              </a:buClr>
              <a:buSzPts val="3000"/>
              <a:buFont typeface="Arial"/>
              <a:buChar char="◎"/>
              <a:defRPr b="0" i="0" sz="3000" u="none" cap="none" strike="noStrike">
                <a:solidFill>
                  <a:schemeClr val="dk1"/>
                </a:solidFill>
                <a:latin typeface="Arial"/>
                <a:ea typeface="Arial"/>
                <a:cs typeface="Arial"/>
                <a:sym typeface="Arial"/>
              </a:defRPr>
            </a:lvl1pPr>
            <a:lvl2pPr indent="-381000" lvl="1" marL="914400" marR="0" rtl="0" algn="l">
              <a:lnSpc>
                <a:spcPct val="100000"/>
              </a:lnSpc>
              <a:spcBef>
                <a:spcPts val="0"/>
              </a:spcBef>
              <a:spcAft>
                <a:spcPts val="0"/>
              </a:spcAft>
              <a:buClr>
                <a:schemeClr val="accent4"/>
              </a:buClr>
              <a:buSzPts val="2400"/>
              <a:buFont typeface="Arial"/>
              <a:buChar char="○"/>
              <a:defRPr b="0" i="0" sz="2400" u="none" cap="none" strike="noStrike">
                <a:solidFill>
                  <a:schemeClr val="dk1"/>
                </a:solidFill>
                <a:latin typeface="Arial"/>
                <a:ea typeface="Arial"/>
                <a:cs typeface="Arial"/>
                <a:sym typeface="Arial"/>
              </a:defRPr>
            </a:lvl2pPr>
            <a:lvl3pPr indent="-381000" lvl="2" marL="1371600" marR="0" rtl="0" algn="l">
              <a:lnSpc>
                <a:spcPct val="100000"/>
              </a:lnSpc>
              <a:spcBef>
                <a:spcPts val="0"/>
              </a:spcBef>
              <a:spcAft>
                <a:spcPts val="0"/>
              </a:spcAft>
              <a:buClr>
                <a:schemeClr val="accent4"/>
              </a:buClr>
              <a:buSzPts val="2400"/>
              <a:buFont typeface="Arial"/>
              <a:buChar char="◉"/>
              <a:defRPr b="0" i="0" sz="2400" u="none" cap="none" strike="noStrike">
                <a:solidFill>
                  <a:schemeClr val="dk1"/>
                </a:solidFill>
                <a:latin typeface="Arial"/>
                <a:ea typeface="Arial"/>
                <a:cs typeface="Arial"/>
                <a:sym typeface="Arial"/>
              </a:defRPr>
            </a:lvl3pPr>
            <a:lvl4pPr indent="-342900" lvl="3" marL="1828800" marR="0" rtl="0" algn="l">
              <a:lnSpc>
                <a:spcPct val="100000"/>
              </a:lnSpc>
              <a:spcBef>
                <a:spcPts val="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lnSpc>
                <a:spcPct val="100000"/>
              </a:lnSpc>
              <a:spcBef>
                <a:spcPts val="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100000"/>
              </a:lnSpc>
              <a:spcBef>
                <a:spcPts val="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100000"/>
              </a:lnSpc>
              <a:spcBef>
                <a:spcPts val="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100000"/>
              </a:lnSpc>
              <a:spcBef>
                <a:spcPts val="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100000"/>
              </a:lnSpc>
              <a:spcBef>
                <a:spcPts val="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8" name="Google Shape;8;p43"/>
          <p:cNvSpPr txBox="1"/>
          <p:nvPr>
            <p:ph idx="12" type="sldNum"/>
          </p:nvPr>
        </p:nvSpPr>
        <p:spPr>
          <a:xfrm>
            <a:off x="8404384" y="4749851"/>
            <a:ext cx="548700" cy="393600"/>
          </a:xfrm>
          <a:prstGeom prst="rect">
            <a:avLst/>
          </a:prstGeom>
          <a:noFill/>
          <a:ln>
            <a:noFill/>
          </a:ln>
        </p:spPr>
        <p:txBody>
          <a:bodyPr anchorCtr="0" anchor="t" bIns="91425" lIns="91425" spcFirstLastPara="1" rIns="91425" wrap="square" tIns="91425">
            <a:noAutofit/>
          </a:bodyPr>
          <a:lstStyle>
            <a:lvl1pPr indent="0" lvl="0" marL="0" marR="0" rtl="0" algn="r">
              <a:lnSpc>
                <a:spcPct val="100000"/>
              </a:lnSpc>
              <a:spcBef>
                <a:spcPts val="0"/>
              </a:spcBef>
              <a:spcAft>
                <a:spcPts val="0"/>
              </a:spcAft>
              <a:buClr>
                <a:srgbClr val="000000"/>
              </a:buClr>
              <a:buSzPts val="1300"/>
              <a:buFont typeface="Arial"/>
              <a:buNone/>
              <a:defRPr b="1" i="0" sz="1300" u="none" cap="none" strike="noStrike">
                <a:solidFill>
                  <a:schemeClr val="accent1"/>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300"/>
              <a:buFont typeface="Arial"/>
              <a:buNone/>
              <a:defRPr b="1" i="0" sz="1300" u="none" cap="none" strike="noStrike">
                <a:solidFill>
                  <a:schemeClr val="accent1"/>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300"/>
              <a:buFont typeface="Arial"/>
              <a:buNone/>
              <a:defRPr b="1" i="0" sz="1300" u="none" cap="none" strike="noStrike">
                <a:solidFill>
                  <a:schemeClr val="accent1"/>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300"/>
              <a:buFont typeface="Arial"/>
              <a:buNone/>
              <a:defRPr b="1" i="0" sz="1300" u="none" cap="none" strike="noStrike">
                <a:solidFill>
                  <a:schemeClr val="accent1"/>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300"/>
              <a:buFont typeface="Arial"/>
              <a:buNone/>
              <a:defRPr b="1" i="0" sz="1300" u="none" cap="none" strike="noStrike">
                <a:solidFill>
                  <a:schemeClr val="accent1"/>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300"/>
              <a:buFont typeface="Arial"/>
              <a:buNone/>
              <a:defRPr b="1" i="0" sz="1300" u="none" cap="none" strike="noStrike">
                <a:solidFill>
                  <a:schemeClr val="accent1"/>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300"/>
              <a:buFont typeface="Arial"/>
              <a:buNone/>
              <a:defRPr b="1" i="0" sz="1300" u="none" cap="none" strike="noStrike">
                <a:solidFill>
                  <a:schemeClr val="accent1"/>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300"/>
              <a:buFont typeface="Arial"/>
              <a:buNone/>
              <a:defRPr b="1" i="0" sz="1300" u="none" cap="none" strike="noStrike">
                <a:solidFill>
                  <a:schemeClr val="accent1"/>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300"/>
              <a:buFont typeface="Arial"/>
              <a:buNone/>
              <a:defRPr b="1" i="0" sz="1300" u="none" cap="none" strike="noStrike">
                <a:solidFill>
                  <a:schemeClr val="accent1"/>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fr"/>
              <a:t>‹#›</a:t>
            </a:fld>
            <a:endParaRPr>
              <a:latin typeface="Roboto Slab"/>
              <a:ea typeface="Roboto Slab"/>
              <a:cs typeface="Roboto Slab"/>
              <a:sym typeface="Roboto Slab"/>
            </a:endParaRPr>
          </a:p>
        </p:txBody>
      </p:sp>
    </p:spTree>
  </p:cSld>
  <p:clrMap accent1="accent1" accent2="accent2" accent3="accent3" accent4="accent4" accent5="accent5" accent6="accent6" bg1="lt1" bg2="dk2" tx1="dk1" tx2="lt2" folHlink="folHlink" hlink="hlink"/>
  <p:sldLayoutIdLst>
    <p:sldLayoutId id="2147483649" r:id="rId2"/>
    <p:sldLayoutId id="2147483650" r:id="rId3"/>
    <p:sldLayoutId id="2147483651" r:id="rId4"/>
    <p:sldLayoutId id="2147483652" r:id="rId5"/>
    <p:sldLayoutId id="2147483653" r:id="rId6"/>
    <p:sldLayoutId id="2147483654" r:id="rId7"/>
  </p:sldLayoutIdLst>
  <p:transition>
    <p:fade thruBlk="1"/>
  </p:transition>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0.jpg"/><Relationship Id="rId4" Type="http://schemas.openxmlformats.org/officeDocument/2006/relationships/image" Target="../media/image6.png"/><Relationship Id="rId5" Type="http://schemas.openxmlformats.org/officeDocument/2006/relationships/image" Target="../media/image9.png"/><Relationship Id="rId6" Type="http://schemas.openxmlformats.org/officeDocument/2006/relationships/image" Target="../media/image11.png"/><Relationship Id="rId7"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0.jpg"/><Relationship Id="rId4" Type="http://schemas.openxmlformats.org/officeDocument/2006/relationships/image" Target="../media/image6.png"/><Relationship Id="rId5" Type="http://schemas.openxmlformats.org/officeDocument/2006/relationships/image" Target="../media/image9.png"/><Relationship Id="rId6" Type="http://schemas.openxmlformats.org/officeDocument/2006/relationships/image" Target="../media/image11.png"/><Relationship Id="rId7"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4.png"/><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4.png"/><Relationship Id="rId4" Type="http://schemas.openxmlformats.org/officeDocument/2006/relationships/image" Target="../media/image3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 Id="rId3" Type="http://schemas.openxmlformats.org/officeDocument/2006/relationships/image" Target="../media/image1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 Id="rId3" Type="http://schemas.openxmlformats.org/officeDocument/2006/relationships/image" Target="../media/image1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 Id="rId3" Type="http://schemas.openxmlformats.org/officeDocument/2006/relationships/image" Target="../media/image24.png"/><Relationship Id="rId4" Type="http://schemas.openxmlformats.org/officeDocument/2006/relationships/image" Target="../media/image14.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 Id="rId3" Type="http://schemas.openxmlformats.org/officeDocument/2006/relationships/image" Target="../media/image13.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 Id="rId3" Type="http://schemas.openxmlformats.org/officeDocument/2006/relationships/image" Target="../media/image19.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8.xml"/><Relationship Id="rId3" Type="http://schemas.openxmlformats.org/officeDocument/2006/relationships/image" Target="../media/image17.png"/><Relationship Id="rId4" Type="http://schemas.openxmlformats.org/officeDocument/2006/relationships/image" Target="../media/image19.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0.xml"/><Relationship Id="rId3" Type="http://schemas.openxmlformats.org/officeDocument/2006/relationships/image" Target="../media/image18.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1.xml"/><Relationship Id="rId3" Type="http://schemas.openxmlformats.org/officeDocument/2006/relationships/image" Target="../media/image30.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3.xml"/><Relationship Id="rId3" Type="http://schemas.openxmlformats.org/officeDocument/2006/relationships/image" Target="../media/image32.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4.xml"/><Relationship Id="rId3" Type="http://schemas.openxmlformats.org/officeDocument/2006/relationships/image" Target="../media/image29.png"/><Relationship Id="rId4" Type="http://schemas.openxmlformats.org/officeDocument/2006/relationships/image" Target="../media/image26.png"/><Relationship Id="rId5" Type="http://schemas.openxmlformats.org/officeDocument/2006/relationships/image" Target="../media/image21.png"/><Relationship Id="rId6" Type="http://schemas.openxmlformats.org/officeDocument/2006/relationships/image" Target="../media/image27.png"/><Relationship Id="rId7" Type="http://schemas.openxmlformats.org/officeDocument/2006/relationships/image" Target="../media/image22.png"/><Relationship Id="rId8" Type="http://schemas.openxmlformats.org/officeDocument/2006/relationships/image" Target="../media/image23.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5.xml"/><Relationship Id="rId3" Type="http://schemas.openxmlformats.org/officeDocument/2006/relationships/image" Target="../media/image31.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7.xml"/><Relationship Id="rId3" Type="http://schemas.openxmlformats.org/officeDocument/2006/relationships/image" Target="../media/image20.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8.xml"/><Relationship Id="rId3" Type="http://schemas.openxmlformats.org/officeDocument/2006/relationships/image" Target="../media/image25.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9.xml"/><Relationship Id="rId3" Type="http://schemas.openxmlformats.org/officeDocument/2006/relationships/image" Target="../media/image33.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1.xml"/><Relationship Id="rId3" Type="http://schemas.openxmlformats.org/officeDocument/2006/relationships/image" Target="../media/image28.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2.xml"/><Relationship Id="rId3" Type="http://schemas.openxmlformats.org/officeDocument/2006/relationships/image" Target="../media/image35.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3.xml"/><Relationship Id="rId3" Type="http://schemas.openxmlformats.org/officeDocument/2006/relationships/image" Target="../media/image38.png"/><Relationship Id="rId4" Type="http://schemas.openxmlformats.org/officeDocument/2006/relationships/image" Target="../media/image41.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4.xml"/><Relationship Id="rId3" Type="http://schemas.openxmlformats.org/officeDocument/2006/relationships/image" Target="../media/image47.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6.xml"/><Relationship Id="rId3" Type="http://schemas.openxmlformats.org/officeDocument/2006/relationships/image" Target="../media/image36.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7.xml"/><Relationship Id="rId3" Type="http://schemas.openxmlformats.org/officeDocument/2006/relationships/image" Target="../media/image37.png"/><Relationship Id="rId4" Type="http://schemas.openxmlformats.org/officeDocument/2006/relationships/image" Target="../media/image40.png"/><Relationship Id="rId5" Type="http://schemas.openxmlformats.org/officeDocument/2006/relationships/image" Target="../media/image42.png"/><Relationship Id="rId6" Type="http://schemas.openxmlformats.org/officeDocument/2006/relationships/image" Target="../media/image44.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9.xml"/><Relationship Id="rId3" Type="http://schemas.openxmlformats.org/officeDocument/2006/relationships/image" Target="../media/image49.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0.xml"/><Relationship Id="rId3" Type="http://schemas.openxmlformats.org/officeDocument/2006/relationships/image" Target="../media/image45.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1.xml"/><Relationship Id="rId3" Type="http://schemas.openxmlformats.org/officeDocument/2006/relationships/image" Target="../media/image50.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2.xml"/><Relationship Id="rId3" Type="http://schemas.openxmlformats.org/officeDocument/2006/relationships/image" Target="../media/image39.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3.xml"/><Relationship Id="rId3" Type="http://schemas.openxmlformats.org/officeDocument/2006/relationships/image" Target="../media/image53.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9.xml"/><Relationship Id="rId3" Type="http://schemas.openxmlformats.org/officeDocument/2006/relationships/image" Target="../media/image51.png"/><Relationship Id="rId4" Type="http://schemas.openxmlformats.org/officeDocument/2006/relationships/image" Target="../media/image48.png"/><Relationship Id="rId5" Type="http://schemas.openxmlformats.org/officeDocument/2006/relationships/image" Target="../media/image43.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0.xml"/><Relationship Id="rId3" Type="http://schemas.openxmlformats.org/officeDocument/2006/relationships/image" Target="../media/image46.png"/><Relationship Id="rId4" Type="http://schemas.openxmlformats.org/officeDocument/2006/relationships/image" Target="../media/image52.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2.xml"/><Relationship Id="rId3" Type="http://schemas.openxmlformats.org/officeDocument/2006/relationships/image" Target="../media/image54.jp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3.xml"/><Relationship Id="rId3" Type="http://schemas.openxmlformats.org/officeDocument/2006/relationships/image" Target="../media/image57.jp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4.xml"/><Relationship Id="rId3" Type="http://schemas.openxmlformats.org/officeDocument/2006/relationships/image" Target="../media/image57.jp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55.xml"/><Relationship Id="rId3" Type="http://schemas.openxmlformats.org/officeDocument/2006/relationships/hyperlink" Target="https://hal.science/hal-%2004669404." TargetMode="External"/><Relationship Id="rId4" Type="http://schemas.openxmlformats.org/officeDocument/2006/relationships/hyperlink" Target="https://data.mendeley.com/datasets/74p9d5frg3/1" TargetMode="Externa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6.xml"/><Relationship Id="rId3" Type="http://schemas.openxmlformats.org/officeDocument/2006/relationships/image" Target="../media/image56.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64" name="Shape 64"/>
        <p:cNvGrpSpPr/>
        <p:nvPr/>
      </p:nvGrpSpPr>
      <p:grpSpPr>
        <a:xfrm>
          <a:off x="0" y="0"/>
          <a:ext cx="0" cy="0"/>
          <a:chOff x="0" y="0"/>
          <a:chExt cx="0" cy="0"/>
        </a:xfrm>
      </p:grpSpPr>
      <p:pic>
        <p:nvPicPr>
          <p:cNvPr id="65" name="Google Shape;65;g25937aeb93d_0_0"/>
          <p:cNvPicPr preferRelativeResize="0"/>
          <p:nvPr/>
        </p:nvPicPr>
        <p:blipFill rotWithShape="1">
          <a:blip r:embed="rId3">
            <a:alphaModFix/>
          </a:blip>
          <a:srcRect b="0" l="0" r="0" t="0"/>
          <a:stretch/>
        </p:blipFill>
        <p:spPr>
          <a:xfrm>
            <a:off x="7568950" y="3587149"/>
            <a:ext cx="1253225" cy="1253225"/>
          </a:xfrm>
          <a:prstGeom prst="rect">
            <a:avLst/>
          </a:prstGeom>
          <a:noFill/>
          <a:ln>
            <a:noFill/>
          </a:ln>
        </p:spPr>
      </p:pic>
      <p:pic>
        <p:nvPicPr>
          <p:cNvPr id="66" name="Google Shape;66;g25937aeb93d_0_0"/>
          <p:cNvPicPr preferRelativeResize="0"/>
          <p:nvPr/>
        </p:nvPicPr>
        <p:blipFill rotWithShape="1">
          <a:blip r:embed="rId4">
            <a:alphaModFix/>
          </a:blip>
          <a:srcRect b="0" l="0" r="0" t="0"/>
          <a:stretch/>
        </p:blipFill>
        <p:spPr>
          <a:xfrm>
            <a:off x="231050" y="3661675"/>
            <a:ext cx="2348864" cy="1253225"/>
          </a:xfrm>
          <a:prstGeom prst="rect">
            <a:avLst/>
          </a:prstGeom>
          <a:noFill/>
          <a:ln>
            <a:noFill/>
          </a:ln>
        </p:spPr>
      </p:pic>
      <p:sp>
        <p:nvSpPr>
          <p:cNvPr id="67" name="Google Shape;67;g25937aeb93d_0_0"/>
          <p:cNvSpPr/>
          <p:nvPr/>
        </p:nvSpPr>
        <p:spPr>
          <a:xfrm>
            <a:off x="788250" y="1316925"/>
            <a:ext cx="7567500" cy="1460700"/>
          </a:xfrm>
          <a:prstGeom prst="roundRect">
            <a:avLst>
              <a:gd fmla="val 16667" name="adj"/>
            </a:avLst>
          </a:prstGeom>
          <a:solidFill>
            <a:srgbClr val="003E7A"/>
          </a:solidFill>
          <a:ln cap="flat" cmpd="sng" w="9525">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300"/>
              <a:buFont typeface="Arial"/>
              <a:buNone/>
            </a:pPr>
            <a:r>
              <a:t/>
            </a:r>
            <a:endParaRPr b="0" i="0" sz="2300" u="none" cap="none" strike="noStrike">
              <a:solidFill>
                <a:schemeClr val="accent2"/>
              </a:solidFill>
              <a:latin typeface="Nunito ExtraBold"/>
              <a:ea typeface="Nunito ExtraBold"/>
              <a:cs typeface="Nunito ExtraBold"/>
              <a:sym typeface="Nunito ExtraBold"/>
            </a:endParaRPr>
          </a:p>
          <a:p>
            <a:pPr indent="0" lvl="0" marL="0" marR="0" rtl="0" algn="ctr">
              <a:lnSpc>
                <a:spcPct val="100000"/>
              </a:lnSpc>
              <a:spcBef>
                <a:spcPts val="0"/>
              </a:spcBef>
              <a:spcAft>
                <a:spcPts val="0"/>
              </a:spcAft>
              <a:buClr>
                <a:srgbClr val="000000"/>
              </a:buClr>
              <a:buSzPts val="5800"/>
              <a:buFont typeface="Arial"/>
              <a:buNone/>
            </a:pPr>
            <a:r>
              <a:rPr b="0" i="0" lang="fr" sz="2300" u="none" cap="none" strike="noStrike">
                <a:solidFill>
                  <a:schemeClr val="lt1"/>
                </a:solidFill>
                <a:latin typeface="Nunito ExtraBold"/>
                <a:ea typeface="Nunito ExtraBold"/>
                <a:cs typeface="Nunito ExtraBold"/>
                <a:sym typeface="Nunito ExtraBold"/>
              </a:rPr>
              <a:t>RÉSEAUX DE NEURONES SUR GRAPHES POUR LA RECONNAISSANCE AUTOMATIQUE DE LA PAROLE EN LANGUE YEMBA</a:t>
            </a:r>
            <a:endParaRPr b="0" i="0" sz="2300" u="none" cap="none" strike="noStrike">
              <a:solidFill>
                <a:schemeClr val="lt1"/>
              </a:solidFill>
              <a:latin typeface="Nunito ExtraBold"/>
              <a:ea typeface="Nunito ExtraBold"/>
              <a:cs typeface="Nunito ExtraBold"/>
              <a:sym typeface="Nunito ExtraBold"/>
            </a:endParaRPr>
          </a:p>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68" name="Google Shape;68;g25937aeb93d_0_0"/>
          <p:cNvPicPr preferRelativeResize="0"/>
          <p:nvPr/>
        </p:nvPicPr>
        <p:blipFill rotWithShape="1">
          <a:blip r:embed="rId5">
            <a:alphaModFix/>
          </a:blip>
          <a:srcRect b="0" l="0" r="0" t="0"/>
          <a:stretch/>
        </p:blipFill>
        <p:spPr>
          <a:xfrm>
            <a:off x="2927124" y="3661677"/>
            <a:ext cx="1792423" cy="1123400"/>
          </a:xfrm>
          <a:prstGeom prst="rect">
            <a:avLst/>
          </a:prstGeom>
          <a:noFill/>
          <a:ln>
            <a:noFill/>
          </a:ln>
        </p:spPr>
      </p:pic>
      <p:pic>
        <p:nvPicPr>
          <p:cNvPr id="69" name="Google Shape;69;g25937aeb93d_0_0"/>
          <p:cNvPicPr preferRelativeResize="0"/>
          <p:nvPr/>
        </p:nvPicPr>
        <p:blipFill rotWithShape="1">
          <a:blip r:embed="rId6">
            <a:alphaModFix/>
          </a:blip>
          <a:srcRect b="0" l="0" r="0" t="0"/>
          <a:stretch/>
        </p:blipFill>
        <p:spPr>
          <a:xfrm>
            <a:off x="5463200" y="3509275"/>
            <a:ext cx="1406950" cy="1253225"/>
          </a:xfrm>
          <a:prstGeom prst="rect">
            <a:avLst/>
          </a:prstGeom>
          <a:noFill/>
          <a:ln>
            <a:noFill/>
          </a:ln>
        </p:spPr>
      </p:pic>
      <p:pic>
        <p:nvPicPr>
          <p:cNvPr id="70" name="Google Shape;70;g25937aeb93d_0_0"/>
          <p:cNvPicPr preferRelativeResize="0"/>
          <p:nvPr/>
        </p:nvPicPr>
        <p:blipFill>
          <a:blip r:embed="rId7">
            <a:alphaModFix/>
          </a:blip>
          <a:stretch>
            <a:fillRect/>
          </a:stretch>
        </p:blipFill>
        <p:spPr>
          <a:xfrm>
            <a:off x="152400" y="152400"/>
            <a:ext cx="1253225" cy="434078"/>
          </a:xfrm>
          <a:prstGeom prst="rect">
            <a:avLst/>
          </a:prstGeom>
          <a:noFill/>
          <a:ln>
            <a:noFill/>
          </a:ln>
        </p:spPr>
      </p:pic>
      <p:pic>
        <p:nvPicPr>
          <p:cNvPr id="71" name="Google Shape;71;g25937aeb93d_0_0"/>
          <p:cNvPicPr preferRelativeResize="0"/>
          <p:nvPr/>
        </p:nvPicPr>
        <p:blipFill>
          <a:blip r:embed="rId7">
            <a:alphaModFix/>
          </a:blip>
          <a:stretch>
            <a:fillRect/>
          </a:stretch>
        </p:blipFill>
        <p:spPr>
          <a:xfrm>
            <a:off x="7568950" y="152400"/>
            <a:ext cx="1253225" cy="434078"/>
          </a:xfrm>
          <a:prstGeom prst="rect">
            <a:avLst/>
          </a:prstGeom>
          <a:noFill/>
          <a:ln>
            <a:noFill/>
          </a:ln>
        </p:spPr>
      </p:pic>
    </p:spTree>
  </p:cSld>
  <p:clrMapOvr>
    <a:masterClrMapping/>
  </p:clrMapOvr>
  <p:transition>
    <p:fade thruBlk="1"/>
  </p:transition>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75" name="Shape 75"/>
        <p:cNvGrpSpPr/>
        <p:nvPr/>
      </p:nvGrpSpPr>
      <p:grpSpPr>
        <a:xfrm>
          <a:off x="0" y="0"/>
          <a:ext cx="0" cy="0"/>
          <a:chOff x="0" y="0"/>
          <a:chExt cx="0" cy="0"/>
        </a:xfrm>
      </p:grpSpPr>
      <p:pic>
        <p:nvPicPr>
          <p:cNvPr id="76" name="Google Shape;76;g31bd7dd61e1_0_3"/>
          <p:cNvPicPr preferRelativeResize="0"/>
          <p:nvPr/>
        </p:nvPicPr>
        <p:blipFill rotWithShape="1">
          <a:blip r:embed="rId3">
            <a:alphaModFix/>
          </a:blip>
          <a:srcRect b="0" l="0" r="0" t="0"/>
          <a:stretch/>
        </p:blipFill>
        <p:spPr>
          <a:xfrm>
            <a:off x="7568950" y="3587149"/>
            <a:ext cx="1253225" cy="1253225"/>
          </a:xfrm>
          <a:prstGeom prst="rect">
            <a:avLst/>
          </a:prstGeom>
          <a:noFill/>
          <a:ln>
            <a:noFill/>
          </a:ln>
        </p:spPr>
      </p:pic>
      <p:pic>
        <p:nvPicPr>
          <p:cNvPr id="77" name="Google Shape;77;g31bd7dd61e1_0_3"/>
          <p:cNvPicPr preferRelativeResize="0"/>
          <p:nvPr/>
        </p:nvPicPr>
        <p:blipFill rotWithShape="1">
          <a:blip r:embed="rId4">
            <a:alphaModFix/>
          </a:blip>
          <a:srcRect b="0" l="0" r="0" t="0"/>
          <a:stretch/>
        </p:blipFill>
        <p:spPr>
          <a:xfrm>
            <a:off x="231050" y="3661675"/>
            <a:ext cx="2348864" cy="1253225"/>
          </a:xfrm>
          <a:prstGeom prst="rect">
            <a:avLst/>
          </a:prstGeom>
          <a:noFill/>
          <a:ln>
            <a:noFill/>
          </a:ln>
        </p:spPr>
      </p:pic>
      <p:pic>
        <p:nvPicPr>
          <p:cNvPr id="78" name="Google Shape;78;g31bd7dd61e1_0_3"/>
          <p:cNvPicPr preferRelativeResize="0"/>
          <p:nvPr/>
        </p:nvPicPr>
        <p:blipFill rotWithShape="1">
          <a:blip r:embed="rId5">
            <a:alphaModFix/>
          </a:blip>
          <a:srcRect b="0" l="0" r="0" t="0"/>
          <a:stretch/>
        </p:blipFill>
        <p:spPr>
          <a:xfrm>
            <a:off x="2927124" y="3661677"/>
            <a:ext cx="1792423" cy="1123400"/>
          </a:xfrm>
          <a:prstGeom prst="rect">
            <a:avLst/>
          </a:prstGeom>
          <a:noFill/>
          <a:ln>
            <a:noFill/>
          </a:ln>
        </p:spPr>
      </p:pic>
      <p:pic>
        <p:nvPicPr>
          <p:cNvPr id="79" name="Google Shape;79;g31bd7dd61e1_0_3"/>
          <p:cNvPicPr preferRelativeResize="0"/>
          <p:nvPr/>
        </p:nvPicPr>
        <p:blipFill rotWithShape="1">
          <a:blip r:embed="rId6">
            <a:alphaModFix/>
          </a:blip>
          <a:srcRect b="0" l="0" r="0" t="0"/>
          <a:stretch/>
        </p:blipFill>
        <p:spPr>
          <a:xfrm>
            <a:off x="5463200" y="3509275"/>
            <a:ext cx="1406950" cy="1253225"/>
          </a:xfrm>
          <a:prstGeom prst="rect">
            <a:avLst/>
          </a:prstGeom>
          <a:noFill/>
          <a:ln>
            <a:noFill/>
          </a:ln>
        </p:spPr>
      </p:pic>
      <p:pic>
        <p:nvPicPr>
          <p:cNvPr id="80" name="Google Shape;80;g31bd7dd61e1_0_3"/>
          <p:cNvPicPr preferRelativeResize="0"/>
          <p:nvPr/>
        </p:nvPicPr>
        <p:blipFill>
          <a:blip r:embed="rId7">
            <a:alphaModFix/>
          </a:blip>
          <a:stretch>
            <a:fillRect/>
          </a:stretch>
        </p:blipFill>
        <p:spPr>
          <a:xfrm>
            <a:off x="152400" y="152400"/>
            <a:ext cx="1253225" cy="434078"/>
          </a:xfrm>
          <a:prstGeom prst="rect">
            <a:avLst/>
          </a:prstGeom>
          <a:noFill/>
          <a:ln>
            <a:noFill/>
          </a:ln>
        </p:spPr>
      </p:pic>
      <p:pic>
        <p:nvPicPr>
          <p:cNvPr id="81" name="Google Shape;81;g31bd7dd61e1_0_3"/>
          <p:cNvPicPr preferRelativeResize="0"/>
          <p:nvPr/>
        </p:nvPicPr>
        <p:blipFill>
          <a:blip r:embed="rId7">
            <a:alphaModFix/>
          </a:blip>
          <a:stretch>
            <a:fillRect/>
          </a:stretch>
        </p:blipFill>
        <p:spPr>
          <a:xfrm>
            <a:off x="7568950" y="152400"/>
            <a:ext cx="1253225" cy="434078"/>
          </a:xfrm>
          <a:prstGeom prst="rect">
            <a:avLst/>
          </a:prstGeom>
          <a:noFill/>
          <a:ln>
            <a:noFill/>
          </a:ln>
        </p:spPr>
      </p:pic>
      <p:sp>
        <p:nvSpPr>
          <p:cNvPr id="82" name="Google Shape;82;g31bd7dd61e1_0_3"/>
          <p:cNvSpPr txBox="1"/>
          <p:nvPr/>
        </p:nvSpPr>
        <p:spPr>
          <a:xfrm>
            <a:off x="787125" y="1370700"/>
            <a:ext cx="7491300" cy="1954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b="1" lang="fr" sz="1900">
                <a:solidFill>
                  <a:schemeClr val="dk1"/>
                </a:solidFill>
              </a:rPr>
              <a:t>Sous la supervision de</a:t>
            </a:r>
            <a:endParaRPr b="1" sz="1900">
              <a:solidFill>
                <a:schemeClr val="dk1"/>
              </a:solidFill>
            </a:endParaRPr>
          </a:p>
          <a:p>
            <a:pPr indent="0" lvl="0" marL="0" rtl="0" algn="ctr">
              <a:spcBef>
                <a:spcPts val="0"/>
              </a:spcBef>
              <a:spcAft>
                <a:spcPts val="0"/>
              </a:spcAft>
              <a:buNone/>
            </a:pPr>
            <a:r>
              <a:t/>
            </a:r>
            <a:endParaRPr sz="1900">
              <a:solidFill>
                <a:schemeClr val="dk1"/>
              </a:solidFill>
            </a:endParaRPr>
          </a:p>
          <a:p>
            <a:pPr indent="0" lvl="0" marL="0" rtl="0" algn="ctr">
              <a:spcBef>
                <a:spcPts val="0"/>
              </a:spcBef>
              <a:spcAft>
                <a:spcPts val="0"/>
              </a:spcAft>
              <a:buNone/>
            </a:pPr>
            <a:r>
              <a:rPr lang="fr" sz="1900">
                <a:solidFill>
                  <a:schemeClr val="dk1"/>
                </a:solidFill>
              </a:rPr>
              <a:t>Paulin MELATAGIA, </a:t>
            </a:r>
            <a:r>
              <a:rPr lang="fr" sz="1900">
                <a:solidFill>
                  <a:schemeClr val="dk1"/>
                </a:solidFill>
              </a:rPr>
              <a:t>Chargé</a:t>
            </a:r>
            <a:r>
              <a:rPr lang="fr" sz="1900">
                <a:solidFill>
                  <a:schemeClr val="dk1"/>
                </a:solidFill>
              </a:rPr>
              <a:t> de cours UYI, </a:t>
            </a:r>
            <a:endParaRPr sz="1900">
              <a:solidFill>
                <a:schemeClr val="dk1"/>
              </a:solidFill>
            </a:endParaRPr>
          </a:p>
          <a:p>
            <a:pPr indent="0" lvl="0" marL="0" rtl="0" algn="ctr">
              <a:spcBef>
                <a:spcPts val="0"/>
              </a:spcBef>
              <a:spcAft>
                <a:spcPts val="0"/>
              </a:spcAft>
              <a:buNone/>
            </a:pPr>
            <a:r>
              <a:rPr lang="fr" sz="1900">
                <a:solidFill>
                  <a:schemeClr val="dk1"/>
                </a:solidFill>
              </a:rPr>
              <a:t>Responsable UMMISCO  Afrique Centrale et Est</a:t>
            </a:r>
            <a:endParaRPr sz="1900">
              <a:solidFill>
                <a:schemeClr val="dk1"/>
              </a:solidFill>
            </a:endParaRPr>
          </a:p>
          <a:p>
            <a:pPr indent="0" lvl="0" marL="0" rtl="0" algn="ctr">
              <a:spcBef>
                <a:spcPts val="0"/>
              </a:spcBef>
              <a:spcAft>
                <a:spcPts val="0"/>
              </a:spcAft>
              <a:buNone/>
            </a:pPr>
            <a:r>
              <a:t/>
            </a:r>
            <a:endParaRPr sz="1900">
              <a:solidFill>
                <a:schemeClr val="dk1"/>
              </a:solidFill>
            </a:endParaRPr>
          </a:p>
          <a:p>
            <a:pPr indent="0" lvl="0" marL="0" rtl="0" algn="ctr">
              <a:spcBef>
                <a:spcPts val="0"/>
              </a:spcBef>
              <a:spcAft>
                <a:spcPts val="0"/>
              </a:spcAft>
              <a:buNone/>
            </a:pPr>
            <a:r>
              <a:rPr lang="fr" sz="1900">
                <a:solidFill>
                  <a:schemeClr val="dk1"/>
                </a:solidFill>
              </a:rPr>
              <a:t>Guy NGOUNOU, </a:t>
            </a:r>
            <a:r>
              <a:rPr lang="fr" sz="1900">
                <a:solidFill>
                  <a:schemeClr val="dk1"/>
                </a:solidFill>
              </a:rPr>
              <a:t>Chargé de cours</a:t>
            </a:r>
            <a:r>
              <a:rPr lang="fr" sz="1900">
                <a:solidFill>
                  <a:schemeClr val="dk1"/>
                </a:solidFill>
              </a:rPr>
              <a:t> UYI</a:t>
            </a:r>
            <a:endParaRPr sz="1900">
              <a:solidFill>
                <a:schemeClr val="dk1"/>
              </a:solidFill>
            </a:endParaRPr>
          </a:p>
          <a:p>
            <a:pPr indent="0" lvl="0" marL="0" rtl="0" algn="l">
              <a:spcBef>
                <a:spcPts val="0"/>
              </a:spcBef>
              <a:spcAft>
                <a:spcPts val="0"/>
              </a:spcAft>
              <a:buNone/>
            </a:pPr>
            <a:r>
              <a:t/>
            </a:r>
            <a:endParaRPr sz="1900">
              <a:solidFill>
                <a:schemeClr val="dk1"/>
              </a:solidFill>
            </a:endParaRPr>
          </a:p>
        </p:txBody>
      </p:sp>
    </p:spTree>
  </p:cSld>
  <p:clrMapOvr>
    <a:masterClrMapping/>
  </p:clrMapOvr>
  <p:transition>
    <p:fade thruBlk="1"/>
  </p:transition>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 name="Shape 86"/>
        <p:cNvGrpSpPr/>
        <p:nvPr/>
      </p:nvGrpSpPr>
      <p:grpSpPr>
        <a:xfrm>
          <a:off x="0" y="0"/>
          <a:ext cx="0" cy="0"/>
          <a:chOff x="0" y="0"/>
          <a:chExt cx="0" cy="0"/>
        </a:xfrm>
      </p:grpSpPr>
      <p:sp>
        <p:nvSpPr>
          <p:cNvPr id="87" name="Google Shape;87;p2"/>
          <p:cNvSpPr txBox="1"/>
          <p:nvPr>
            <p:ph type="title"/>
          </p:nvPr>
        </p:nvSpPr>
        <p:spPr>
          <a:xfrm>
            <a:off x="604593" y="0"/>
            <a:ext cx="7571700" cy="702600"/>
          </a:xfrm>
          <a:prstGeom prst="rect">
            <a:avLst/>
          </a:prstGeom>
          <a:noFill/>
          <a:ln>
            <a:noFill/>
          </a:ln>
        </p:spPr>
        <p:txBody>
          <a:bodyPr anchorCtr="0" anchor="b" bIns="91425" lIns="91425" spcFirstLastPara="1" rIns="91425" wrap="square" tIns="91425">
            <a:noAutofit/>
          </a:bodyPr>
          <a:lstStyle/>
          <a:p>
            <a:pPr indent="0" lvl="0" marL="0" rtl="0" algn="l">
              <a:lnSpc>
                <a:spcPct val="100000"/>
              </a:lnSpc>
              <a:spcBef>
                <a:spcPts val="0"/>
              </a:spcBef>
              <a:spcAft>
                <a:spcPts val="0"/>
              </a:spcAft>
              <a:buSzPts val="2000"/>
              <a:buNone/>
            </a:pPr>
            <a:r>
              <a:rPr b="1" lang="fr">
                <a:solidFill>
                  <a:srgbClr val="031926"/>
                </a:solidFill>
                <a:latin typeface="Nunito"/>
                <a:ea typeface="Nunito"/>
                <a:cs typeface="Nunito"/>
                <a:sym typeface="Nunito"/>
              </a:rPr>
              <a:t>SOMMAIRE</a:t>
            </a:r>
            <a:endParaRPr b="1">
              <a:solidFill>
                <a:srgbClr val="031926"/>
              </a:solidFill>
              <a:latin typeface="Nunito"/>
              <a:ea typeface="Nunito"/>
              <a:cs typeface="Nunito"/>
              <a:sym typeface="Nunito"/>
            </a:endParaRPr>
          </a:p>
        </p:txBody>
      </p:sp>
      <p:sp>
        <p:nvSpPr>
          <p:cNvPr id="88" name="Google Shape;88;p2"/>
          <p:cNvSpPr txBox="1"/>
          <p:nvPr>
            <p:ph idx="12" type="sldNum"/>
          </p:nvPr>
        </p:nvSpPr>
        <p:spPr>
          <a:xfrm>
            <a:off x="8404384" y="4749851"/>
            <a:ext cx="548700" cy="3936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1300"/>
              <a:buNone/>
            </a:pPr>
            <a:fld id="{00000000-1234-1234-1234-123412341234}" type="slidenum">
              <a:rPr lang="fr"/>
              <a:t>‹#›</a:t>
            </a:fld>
            <a:endParaRPr/>
          </a:p>
        </p:txBody>
      </p:sp>
      <p:sp>
        <p:nvSpPr>
          <p:cNvPr id="89" name="Google Shape;89;p2"/>
          <p:cNvSpPr/>
          <p:nvPr/>
        </p:nvSpPr>
        <p:spPr>
          <a:xfrm>
            <a:off x="827584" y="966234"/>
            <a:ext cx="5832600" cy="504000"/>
          </a:xfrm>
          <a:prstGeom prst="roundRect">
            <a:avLst>
              <a:gd fmla="val 16667" name="adj"/>
            </a:avLst>
          </a:prstGeom>
          <a:gradFill>
            <a:gsLst>
              <a:gs pos="0">
                <a:srgbClr val="0075E5"/>
              </a:gs>
              <a:gs pos="100000">
                <a:srgbClr val="04325F"/>
              </a:gs>
            </a:gsLst>
            <a:path path="circle">
              <a:fillToRect b="50%" l="50%" r="50%" t="50%"/>
            </a:path>
            <a:tileRect/>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1" i="0" lang="fr" sz="1400" u="none" cap="none" strike="noStrike">
                <a:solidFill>
                  <a:schemeClr val="lt1"/>
                </a:solidFill>
                <a:latin typeface="Roboto Slab"/>
                <a:ea typeface="Roboto Slab"/>
                <a:cs typeface="Roboto Slab"/>
                <a:sym typeface="Roboto Slab"/>
              </a:rPr>
              <a:t>INTRODUCTION</a:t>
            </a:r>
            <a:endParaRPr b="0" i="0" sz="1400" u="none" cap="none" strike="noStrike">
              <a:solidFill>
                <a:srgbClr val="000000"/>
              </a:solidFill>
              <a:latin typeface="Arial"/>
              <a:ea typeface="Arial"/>
              <a:cs typeface="Arial"/>
              <a:sym typeface="Arial"/>
            </a:endParaRPr>
          </a:p>
        </p:txBody>
      </p:sp>
      <p:sp>
        <p:nvSpPr>
          <p:cNvPr id="90" name="Google Shape;90;p2"/>
          <p:cNvSpPr/>
          <p:nvPr/>
        </p:nvSpPr>
        <p:spPr>
          <a:xfrm>
            <a:off x="971600" y="966234"/>
            <a:ext cx="504056" cy="504056"/>
          </a:xfrm>
          <a:prstGeom prst="ellipse">
            <a:avLst/>
          </a:prstGeom>
          <a:solidFill>
            <a:schemeClr val="lt1"/>
          </a:solidFill>
          <a:ln cap="flat" cmpd="sng" w="25400">
            <a:solidFill>
              <a:srgbClr val="003E7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200"/>
              <a:buFont typeface="Arial"/>
              <a:buNone/>
            </a:pPr>
            <a:r>
              <a:rPr b="1" i="0" lang="fr" sz="1200" u="none" cap="none" strike="noStrike">
                <a:solidFill>
                  <a:srgbClr val="002951"/>
                </a:solidFill>
                <a:latin typeface="Roboto Slab"/>
                <a:ea typeface="Roboto Slab"/>
                <a:cs typeface="Roboto Slab"/>
                <a:sym typeface="Roboto Slab"/>
              </a:rPr>
              <a:t>1</a:t>
            </a:r>
            <a:endParaRPr b="0" i="0" sz="1400" u="none" cap="none" strike="noStrike">
              <a:solidFill>
                <a:srgbClr val="000000"/>
              </a:solidFill>
              <a:latin typeface="Arial"/>
              <a:ea typeface="Arial"/>
              <a:cs typeface="Arial"/>
              <a:sym typeface="Arial"/>
            </a:endParaRPr>
          </a:p>
        </p:txBody>
      </p:sp>
      <p:sp>
        <p:nvSpPr>
          <p:cNvPr id="91" name="Google Shape;91;p2"/>
          <p:cNvSpPr/>
          <p:nvPr/>
        </p:nvSpPr>
        <p:spPr>
          <a:xfrm>
            <a:off x="1201777" y="1743658"/>
            <a:ext cx="5832648" cy="504056"/>
          </a:xfrm>
          <a:prstGeom prst="roundRect">
            <a:avLst>
              <a:gd fmla="val 16667" name="adj"/>
            </a:avLst>
          </a:prstGeom>
          <a:gradFill>
            <a:gsLst>
              <a:gs pos="0">
                <a:srgbClr val="0075E5"/>
              </a:gs>
              <a:gs pos="100000">
                <a:srgbClr val="04325F"/>
              </a:gs>
            </a:gsLst>
            <a:path path="circle">
              <a:fillToRect b="50%" l="50%" r="50%" t="50%"/>
            </a:path>
            <a:tileRect/>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1" i="0" lang="fr" sz="1400" u="none" cap="none" strike="noStrike">
                <a:solidFill>
                  <a:schemeClr val="lt1"/>
                </a:solidFill>
                <a:latin typeface="Roboto Slab"/>
                <a:ea typeface="Roboto Slab"/>
                <a:cs typeface="Roboto Slab"/>
                <a:sym typeface="Roboto Slab"/>
              </a:rPr>
              <a:t>GÉNÉRALITÉS </a:t>
            </a:r>
            <a:endParaRPr b="0" i="0" sz="1400" u="none" cap="none" strike="noStrike">
              <a:solidFill>
                <a:srgbClr val="000000"/>
              </a:solidFill>
              <a:latin typeface="Arial"/>
              <a:ea typeface="Arial"/>
              <a:cs typeface="Arial"/>
              <a:sym typeface="Arial"/>
            </a:endParaRPr>
          </a:p>
        </p:txBody>
      </p:sp>
      <p:sp>
        <p:nvSpPr>
          <p:cNvPr id="92" name="Google Shape;92;p2"/>
          <p:cNvSpPr/>
          <p:nvPr/>
        </p:nvSpPr>
        <p:spPr>
          <a:xfrm>
            <a:off x="1345793" y="1743658"/>
            <a:ext cx="504056" cy="504056"/>
          </a:xfrm>
          <a:prstGeom prst="ellipse">
            <a:avLst/>
          </a:prstGeom>
          <a:solidFill>
            <a:schemeClr val="lt1"/>
          </a:solidFill>
          <a:ln cap="flat" cmpd="sng" w="25400">
            <a:solidFill>
              <a:srgbClr val="003E7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200"/>
              <a:buFont typeface="Arial"/>
              <a:buNone/>
            </a:pPr>
            <a:r>
              <a:rPr b="1" i="0" lang="fr" sz="1200" u="none" cap="none" strike="noStrike">
                <a:solidFill>
                  <a:srgbClr val="002951"/>
                </a:solidFill>
                <a:latin typeface="Roboto Slab"/>
                <a:ea typeface="Roboto Slab"/>
                <a:cs typeface="Roboto Slab"/>
                <a:sym typeface="Roboto Slab"/>
              </a:rPr>
              <a:t>2</a:t>
            </a:r>
            <a:endParaRPr b="0" i="0" sz="1400" u="none" cap="none" strike="noStrike">
              <a:solidFill>
                <a:srgbClr val="000000"/>
              </a:solidFill>
              <a:latin typeface="Arial"/>
              <a:ea typeface="Arial"/>
              <a:cs typeface="Arial"/>
              <a:sym typeface="Arial"/>
            </a:endParaRPr>
          </a:p>
        </p:txBody>
      </p:sp>
      <p:sp>
        <p:nvSpPr>
          <p:cNvPr id="93" name="Google Shape;93;p2"/>
          <p:cNvSpPr/>
          <p:nvPr/>
        </p:nvSpPr>
        <p:spPr>
          <a:xfrm>
            <a:off x="1539993" y="2550811"/>
            <a:ext cx="5832648" cy="504056"/>
          </a:xfrm>
          <a:prstGeom prst="roundRect">
            <a:avLst>
              <a:gd fmla="val 16667" name="adj"/>
            </a:avLst>
          </a:prstGeom>
          <a:gradFill>
            <a:gsLst>
              <a:gs pos="0">
                <a:srgbClr val="0075E5"/>
              </a:gs>
              <a:gs pos="100000">
                <a:srgbClr val="04325F"/>
              </a:gs>
            </a:gsLst>
            <a:path path="circle">
              <a:fillToRect b="50%" l="50%" r="50%" t="50%"/>
            </a:path>
            <a:tileRect/>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1" i="0" lang="fr" sz="1400" u="none" cap="none" strike="noStrike">
                <a:solidFill>
                  <a:schemeClr val="lt1"/>
                </a:solidFill>
                <a:latin typeface="Roboto Slab"/>
                <a:ea typeface="Roboto Slab"/>
                <a:cs typeface="Roboto Slab"/>
                <a:sym typeface="Roboto Slab"/>
              </a:rPr>
              <a:t>MÉTHODOLOGIE</a:t>
            </a:r>
            <a:endParaRPr b="0" i="0" sz="1400" u="none" cap="none" strike="noStrike">
              <a:solidFill>
                <a:srgbClr val="000000"/>
              </a:solidFill>
              <a:latin typeface="Arial"/>
              <a:ea typeface="Arial"/>
              <a:cs typeface="Arial"/>
              <a:sym typeface="Arial"/>
            </a:endParaRPr>
          </a:p>
        </p:txBody>
      </p:sp>
      <p:sp>
        <p:nvSpPr>
          <p:cNvPr id="94" name="Google Shape;94;p2"/>
          <p:cNvSpPr/>
          <p:nvPr/>
        </p:nvSpPr>
        <p:spPr>
          <a:xfrm>
            <a:off x="1836409" y="2566543"/>
            <a:ext cx="504000" cy="504000"/>
          </a:xfrm>
          <a:prstGeom prst="ellipse">
            <a:avLst/>
          </a:prstGeom>
          <a:solidFill>
            <a:schemeClr val="lt1"/>
          </a:solidFill>
          <a:ln cap="flat" cmpd="sng" w="25400">
            <a:solidFill>
              <a:srgbClr val="003E7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200"/>
              <a:buFont typeface="Arial"/>
              <a:buNone/>
            </a:pPr>
            <a:r>
              <a:rPr b="1" i="0" lang="fr" sz="1200" u="none" cap="none" strike="noStrike">
                <a:solidFill>
                  <a:srgbClr val="002951"/>
                </a:solidFill>
                <a:latin typeface="Roboto Slab"/>
                <a:ea typeface="Roboto Slab"/>
                <a:cs typeface="Roboto Slab"/>
                <a:sym typeface="Roboto Slab"/>
              </a:rPr>
              <a:t>3</a:t>
            </a:r>
            <a:endParaRPr b="0" i="0" sz="1400" u="none" cap="none" strike="noStrike">
              <a:solidFill>
                <a:srgbClr val="000000"/>
              </a:solidFill>
              <a:latin typeface="Arial"/>
              <a:ea typeface="Arial"/>
              <a:cs typeface="Arial"/>
              <a:sym typeface="Arial"/>
            </a:endParaRPr>
          </a:p>
        </p:txBody>
      </p:sp>
      <p:sp>
        <p:nvSpPr>
          <p:cNvPr id="95" name="Google Shape;95;p2"/>
          <p:cNvSpPr/>
          <p:nvPr/>
        </p:nvSpPr>
        <p:spPr>
          <a:xfrm>
            <a:off x="1855393" y="3363838"/>
            <a:ext cx="5832648" cy="504056"/>
          </a:xfrm>
          <a:prstGeom prst="roundRect">
            <a:avLst>
              <a:gd fmla="val 16667" name="adj"/>
            </a:avLst>
          </a:prstGeom>
          <a:gradFill>
            <a:gsLst>
              <a:gs pos="0">
                <a:srgbClr val="0075E5"/>
              </a:gs>
              <a:gs pos="100000">
                <a:srgbClr val="04325F"/>
              </a:gs>
            </a:gsLst>
            <a:path path="circle">
              <a:fillToRect b="50%" l="50%" r="50%" t="50%"/>
            </a:path>
            <a:tileRect/>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1" i="0" lang="fr" sz="1400" u="none" cap="none" strike="noStrike">
                <a:solidFill>
                  <a:schemeClr val="lt1"/>
                </a:solidFill>
                <a:latin typeface="Roboto Slab"/>
                <a:ea typeface="Roboto Slab"/>
                <a:cs typeface="Roboto Slab"/>
                <a:sym typeface="Roboto Slab"/>
              </a:rPr>
              <a:t>EXPÉRIMENTATIONS et RÉSULTATS</a:t>
            </a:r>
            <a:endParaRPr b="0" i="0" sz="1400" u="none" cap="none" strike="noStrike">
              <a:solidFill>
                <a:srgbClr val="000000"/>
              </a:solidFill>
              <a:latin typeface="Arial"/>
              <a:ea typeface="Arial"/>
              <a:cs typeface="Arial"/>
              <a:sym typeface="Arial"/>
            </a:endParaRPr>
          </a:p>
        </p:txBody>
      </p:sp>
      <p:sp>
        <p:nvSpPr>
          <p:cNvPr id="96" name="Google Shape;96;p2"/>
          <p:cNvSpPr/>
          <p:nvPr/>
        </p:nvSpPr>
        <p:spPr>
          <a:xfrm>
            <a:off x="2072041" y="3363838"/>
            <a:ext cx="504056" cy="504056"/>
          </a:xfrm>
          <a:prstGeom prst="ellipse">
            <a:avLst/>
          </a:prstGeom>
          <a:solidFill>
            <a:schemeClr val="lt1"/>
          </a:solidFill>
          <a:ln cap="flat" cmpd="sng" w="25400">
            <a:solidFill>
              <a:srgbClr val="003E7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200"/>
              <a:buFont typeface="Arial"/>
              <a:buNone/>
            </a:pPr>
            <a:r>
              <a:rPr b="1" i="0" lang="fr" sz="1200" u="none" cap="none" strike="noStrike">
                <a:solidFill>
                  <a:srgbClr val="002951"/>
                </a:solidFill>
                <a:latin typeface="Roboto Slab"/>
                <a:ea typeface="Roboto Slab"/>
                <a:cs typeface="Roboto Slab"/>
                <a:sym typeface="Roboto Slab"/>
              </a:rPr>
              <a:t>4</a:t>
            </a:r>
            <a:endParaRPr b="0" i="0" sz="1400" u="none" cap="none" strike="noStrike">
              <a:solidFill>
                <a:srgbClr val="000000"/>
              </a:solidFill>
              <a:latin typeface="Arial"/>
              <a:ea typeface="Arial"/>
              <a:cs typeface="Arial"/>
              <a:sym typeface="Arial"/>
            </a:endParaRPr>
          </a:p>
        </p:txBody>
      </p:sp>
      <p:sp>
        <p:nvSpPr>
          <p:cNvPr id="97" name="Google Shape;97;p2"/>
          <p:cNvSpPr/>
          <p:nvPr/>
        </p:nvSpPr>
        <p:spPr>
          <a:xfrm>
            <a:off x="2195736" y="4155926"/>
            <a:ext cx="5832648" cy="504056"/>
          </a:xfrm>
          <a:prstGeom prst="roundRect">
            <a:avLst>
              <a:gd fmla="val 16667" name="adj"/>
            </a:avLst>
          </a:prstGeom>
          <a:gradFill>
            <a:gsLst>
              <a:gs pos="0">
                <a:srgbClr val="0075E5"/>
              </a:gs>
              <a:gs pos="100000">
                <a:srgbClr val="04325F"/>
              </a:gs>
            </a:gsLst>
            <a:path path="circle">
              <a:fillToRect b="50%" l="50%" r="50%" t="50%"/>
            </a:path>
            <a:tileRect/>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rPr b="1" i="0" lang="fr" sz="1400" u="none" cap="none" strike="noStrike">
                <a:solidFill>
                  <a:schemeClr val="lt1"/>
                </a:solidFill>
                <a:latin typeface="Roboto Slab"/>
                <a:ea typeface="Roboto Slab"/>
                <a:cs typeface="Roboto Slab"/>
                <a:sym typeface="Roboto Slab"/>
              </a:rPr>
              <a:t>CONCLUSION </a:t>
            </a:r>
            <a:endParaRPr b="0" i="0" sz="1400" u="none" cap="none" strike="noStrike">
              <a:solidFill>
                <a:srgbClr val="000000"/>
              </a:solidFill>
              <a:latin typeface="Arial"/>
              <a:ea typeface="Arial"/>
              <a:cs typeface="Arial"/>
              <a:sym typeface="Arial"/>
            </a:endParaRPr>
          </a:p>
        </p:txBody>
      </p:sp>
      <p:sp>
        <p:nvSpPr>
          <p:cNvPr id="98" name="Google Shape;98;p2"/>
          <p:cNvSpPr/>
          <p:nvPr/>
        </p:nvSpPr>
        <p:spPr>
          <a:xfrm>
            <a:off x="2412384" y="4155926"/>
            <a:ext cx="504056" cy="504056"/>
          </a:xfrm>
          <a:prstGeom prst="ellipse">
            <a:avLst/>
          </a:prstGeom>
          <a:solidFill>
            <a:schemeClr val="lt1"/>
          </a:solidFill>
          <a:ln cap="flat" cmpd="sng" w="25400">
            <a:solidFill>
              <a:srgbClr val="003E7A"/>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200"/>
              <a:buFont typeface="Arial"/>
              <a:buNone/>
            </a:pPr>
            <a:r>
              <a:rPr b="1" i="0" lang="fr" sz="1200" u="none" cap="none" strike="noStrike">
                <a:solidFill>
                  <a:srgbClr val="002951"/>
                </a:solidFill>
                <a:latin typeface="Roboto Slab"/>
                <a:ea typeface="Roboto Slab"/>
                <a:cs typeface="Roboto Slab"/>
                <a:sym typeface="Roboto Slab"/>
              </a:rPr>
              <a:t>5</a:t>
            </a:r>
            <a:endParaRPr b="0" i="0" sz="1400" u="none" cap="none" strike="noStrike">
              <a:solidFill>
                <a:srgbClr val="000000"/>
              </a:solidFill>
              <a:latin typeface="Arial"/>
              <a:ea typeface="Arial"/>
              <a:cs typeface="Arial"/>
              <a:sym typeface="Arial"/>
            </a:endParaRPr>
          </a:p>
        </p:txBody>
      </p:sp>
    </p:spTree>
  </p:cSld>
  <p:clrMapOvr>
    <a:masterClrMapping/>
  </p:clrMapOvr>
  <p:transition>
    <p:fade thruBlk="1"/>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89"/>
                                        </p:tgtEl>
                                        <p:attrNameLst>
                                          <p:attrName>style.visibility</p:attrName>
                                        </p:attrNameLst>
                                      </p:cBhvr>
                                      <p:to>
                                        <p:strVal val="visible"/>
                                      </p:to>
                                    </p:set>
                                    <p:anim calcmode="lin" valueType="num">
                                      <p:cBhvr additive="base">
                                        <p:cTn dur="500"/>
                                        <p:tgtEl>
                                          <p:spTgt spid="89"/>
                                        </p:tgtEl>
                                        <p:attrNameLst>
                                          <p:attrName>ppt_x</p:attrName>
                                        </p:attrNameLst>
                                      </p:cBhvr>
                                      <p:tavLst>
                                        <p:tav fmla="" tm="0">
                                          <p:val>
                                            <p:strVal val="#ppt_x-1"/>
                                          </p:val>
                                        </p:tav>
                                        <p:tav fmla="" tm="100000">
                                          <p:val>
                                            <p:strVal val="#ppt_x"/>
                                          </p:val>
                                        </p:tav>
                                      </p:tavLst>
                                    </p:anim>
                                  </p:childTnLst>
                                </p:cTn>
                              </p:par>
                              <p:par>
                                <p:cTn fill="hold" nodeType="withEffect" presetClass="entr" presetID="2" presetSubtype="8">
                                  <p:stCondLst>
                                    <p:cond delay="0"/>
                                  </p:stCondLst>
                                  <p:childTnLst>
                                    <p:set>
                                      <p:cBhvr>
                                        <p:cTn dur="1" fill="hold">
                                          <p:stCondLst>
                                            <p:cond delay="0"/>
                                          </p:stCondLst>
                                        </p:cTn>
                                        <p:tgtEl>
                                          <p:spTgt spid="90"/>
                                        </p:tgtEl>
                                        <p:attrNameLst>
                                          <p:attrName>style.visibility</p:attrName>
                                        </p:attrNameLst>
                                      </p:cBhvr>
                                      <p:to>
                                        <p:strVal val="visible"/>
                                      </p:to>
                                    </p:set>
                                    <p:anim calcmode="lin" valueType="num">
                                      <p:cBhvr additive="base">
                                        <p:cTn dur="500"/>
                                        <p:tgtEl>
                                          <p:spTgt spid="90"/>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91"/>
                                        </p:tgtEl>
                                        <p:attrNameLst>
                                          <p:attrName>style.visibility</p:attrName>
                                        </p:attrNameLst>
                                      </p:cBhvr>
                                      <p:to>
                                        <p:strVal val="visible"/>
                                      </p:to>
                                    </p:set>
                                    <p:anim calcmode="lin" valueType="num">
                                      <p:cBhvr additive="base">
                                        <p:cTn dur="500"/>
                                        <p:tgtEl>
                                          <p:spTgt spid="91"/>
                                        </p:tgtEl>
                                        <p:attrNameLst>
                                          <p:attrName>ppt_x</p:attrName>
                                        </p:attrNameLst>
                                      </p:cBhvr>
                                      <p:tavLst>
                                        <p:tav fmla="" tm="0">
                                          <p:val>
                                            <p:strVal val="#ppt_x-1"/>
                                          </p:val>
                                        </p:tav>
                                        <p:tav fmla="" tm="100000">
                                          <p:val>
                                            <p:strVal val="#ppt_x"/>
                                          </p:val>
                                        </p:tav>
                                      </p:tavLst>
                                    </p:anim>
                                  </p:childTnLst>
                                </p:cTn>
                              </p:par>
                              <p:par>
                                <p:cTn fill="hold" nodeType="withEffect" presetClass="entr" presetID="2" presetSubtype="8">
                                  <p:stCondLst>
                                    <p:cond delay="0"/>
                                  </p:stCondLst>
                                  <p:childTnLst>
                                    <p:set>
                                      <p:cBhvr>
                                        <p:cTn dur="1" fill="hold">
                                          <p:stCondLst>
                                            <p:cond delay="0"/>
                                          </p:stCondLst>
                                        </p:cTn>
                                        <p:tgtEl>
                                          <p:spTgt spid="92"/>
                                        </p:tgtEl>
                                        <p:attrNameLst>
                                          <p:attrName>style.visibility</p:attrName>
                                        </p:attrNameLst>
                                      </p:cBhvr>
                                      <p:to>
                                        <p:strVal val="visible"/>
                                      </p:to>
                                    </p:set>
                                    <p:anim calcmode="lin" valueType="num">
                                      <p:cBhvr additive="base">
                                        <p:cTn dur="500"/>
                                        <p:tgtEl>
                                          <p:spTgt spid="92"/>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93"/>
                                        </p:tgtEl>
                                        <p:attrNameLst>
                                          <p:attrName>style.visibility</p:attrName>
                                        </p:attrNameLst>
                                      </p:cBhvr>
                                      <p:to>
                                        <p:strVal val="visible"/>
                                      </p:to>
                                    </p:set>
                                    <p:anim calcmode="lin" valueType="num">
                                      <p:cBhvr additive="base">
                                        <p:cTn dur="500"/>
                                        <p:tgtEl>
                                          <p:spTgt spid="93"/>
                                        </p:tgtEl>
                                        <p:attrNameLst>
                                          <p:attrName>ppt_x</p:attrName>
                                        </p:attrNameLst>
                                      </p:cBhvr>
                                      <p:tavLst>
                                        <p:tav fmla="" tm="0">
                                          <p:val>
                                            <p:strVal val="#ppt_x-1"/>
                                          </p:val>
                                        </p:tav>
                                        <p:tav fmla="" tm="100000">
                                          <p:val>
                                            <p:strVal val="#ppt_x"/>
                                          </p:val>
                                        </p:tav>
                                      </p:tavLst>
                                    </p:anim>
                                  </p:childTnLst>
                                </p:cTn>
                              </p:par>
                              <p:par>
                                <p:cTn fill="hold" nodeType="withEffect" presetClass="entr" presetID="2" presetSubtype="8">
                                  <p:stCondLst>
                                    <p:cond delay="0"/>
                                  </p:stCondLst>
                                  <p:childTnLst>
                                    <p:set>
                                      <p:cBhvr>
                                        <p:cTn dur="1" fill="hold">
                                          <p:stCondLst>
                                            <p:cond delay="0"/>
                                          </p:stCondLst>
                                        </p:cTn>
                                        <p:tgtEl>
                                          <p:spTgt spid="94"/>
                                        </p:tgtEl>
                                        <p:attrNameLst>
                                          <p:attrName>style.visibility</p:attrName>
                                        </p:attrNameLst>
                                      </p:cBhvr>
                                      <p:to>
                                        <p:strVal val="visible"/>
                                      </p:to>
                                    </p:set>
                                    <p:anim calcmode="lin" valueType="num">
                                      <p:cBhvr additive="base">
                                        <p:cTn dur="500"/>
                                        <p:tgtEl>
                                          <p:spTgt spid="94"/>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95"/>
                                        </p:tgtEl>
                                        <p:attrNameLst>
                                          <p:attrName>style.visibility</p:attrName>
                                        </p:attrNameLst>
                                      </p:cBhvr>
                                      <p:to>
                                        <p:strVal val="visible"/>
                                      </p:to>
                                    </p:set>
                                    <p:anim calcmode="lin" valueType="num">
                                      <p:cBhvr additive="base">
                                        <p:cTn dur="500"/>
                                        <p:tgtEl>
                                          <p:spTgt spid="95"/>
                                        </p:tgtEl>
                                        <p:attrNameLst>
                                          <p:attrName>ppt_x</p:attrName>
                                        </p:attrNameLst>
                                      </p:cBhvr>
                                      <p:tavLst>
                                        <p:tav fmla="" tm="0">
                                          <p:val>
                                            <p:strVal val="#ppt_x-1"/>
                                          </p:val>
                                        </p:tav>
                                        <p:tav fmla="" tm="100000">
                                          <p:val>
                                            <p:strVal val="#ppt_x"/>
                                          </p:val>
                                        </p:tav>
                                      </p:tavLst>
                                    </p:anim>
                                  </p:childTnLst>
                                </p:cTn>
                              </p:par>
                              <p:par>
                                <p:cTn fill="hold" nodeType="withEffect" presetClass="entr" presetID="2" presetSubtype="8">
                                  <p:stCondLst>
                                    <p:cond delay="0"/>
                                  </p:stCondLst>
                                  <p:childTnLst>
                                    <p:set>
                                      <p:cBhvr>
                                        <p:cTn dur="1" fill="hold">
                                          <p:stCondLst>
                                            <p:cond delay="0"/>
                                          </p:stCondLst>
                                        </p:cTn>
                                        <p:tgtEl>
                                          <p:spTgt spid="96"/>
                                        </p:tgtEl>
                                        <p:attrNameLst>
                                          <p:attrName>style.visibility</p:attrName>
                                        </p:attrNameLst>
                                      </p:cBhvr>
                                      <p:to>
                                        <p:strVal val="visible"/>
                                      </p:to>
                                    </p:set>
                                    <p:anim calcmode="lin" valueType="num">
                                      <p:cBhvr additive="base">
                                        <p:cTn dur="500"/>
                                        <p:tgtEl>
                                          <p:spTgt spid="96"/>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8">
                                  <p:stCondLst>
                                    <p:cond delay="0"/>
                                  </p:stCondLst>
                                  <p:childTnLst>
                                    <p:set>
                                      <p:cBhvr>
                                        <p:cTn dur="1" fill="hold">
                                          <p:stCondLst>
                                            <p:cond delay="0"/>
                                          </p:stCondLst>
                                        </p:cTn>
                                        <p:tgtEl>
                                          <p:spTgt spid="97"/>
                                        </p:tgtEl>
                                        <p:attrNameLst>
                                          <p:attrName>style.visibility</p:attrName>
                                        </p:attrNameLst>
                                      </p:cBhvr>
                                      <p:to>
                                        <p:strVal val="visible"/>
                                      </p:to>
                                    </p:set>
                                    <p:anim calcmode="lin" valueType="num">
                                      <p:cBhvr additive="base">
                                        <p:cTn dur="500"/>
                                        <p:tgtEl>
                                          <p:spTgt spid="97"/>
                                        </p:tgtEl>
                                        <p:attrNameLst>
                                          <p:attrName>ppt_x</p:attrName>
                                        </p:attrNameLst>
                                      </p:cBhvr>
                                      <p:tavLst>
                                        <p:tav fmla="" tm="0">
                                          <p:val>
                                            <p:strVal val="#ppt_x-1"/>
                                          </p:val>
                                        </p:tav>
                                        <p:tav fmla="" tm="100000">
                                          <p:val>
                                            <p:strVal val="#ppt_x"/>
                                          </p:val>
                                        </p:tav>
                                      </p:tavLst>
                                    </p:anim>
                                  </p:childTnLst>
                                </p:cTn>
                              </p:par>
                              <p:par>
                                <p:cTn fill="hold" nodeType="withEffect" presetClass="entr" presetID="2" presetSubtype="8">
                                  <p:stCondLst>
                                    <p:cond delay="0"/>
                                  </p:stCondLst>
                                  <p:childTnLst>
                                    <p:set>
                                      <p:cBhvr>
                                        <p:cTn dur="1" fill="hold">
                                          <p:stCondLst>
                                            <p:cond delay="0"/>
                                          </p:stCondLst>
                                        </p:cTn>
                                        <p:tgtEl>
                                          <p:spTgt spid="98"/>
                                        </p:tgtEl>
                                        <p:attrNameLst>
                                          <p:attrName>style.visibility</p:attrName>
                                        </p:attrNameLst>
                                      </p:cBhvr>
                                      <p:to>
                                        <p:strVal val="visible"/>
                                      </p:to>
                                    </p:set>
                                    <p:anim calcmode="lin" valueType="num">
                                      <p:cBhvr additive="base">
                                        <p:cTn dur="500"/>
                                        <p:tgtEl>
                                          <p:spTgt spid="98"/>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 name="Shape 102"/>
        <p:cNvGrpSpPr/>
        <p:nvPr/>
      </p:nvGrpSpPr>
      <p:grpSpPr>
        <a:xfrm>
          <a:off x="0" y="0"/>
          <a:ext cx="0" cy="0"/>
          <a:chOff x="0" y="0"/>
          <a:chExt cx="0" cy="0"/>
        </a:xfrm>
      </p:grpSpPr>
      <p:sp>
        <p:nvSpPr>
          <p:cNvPr id="103" name="Google Shape;103;p3"/>
          <p:cNvSpPr/>
          <p:nvPr/>
        </p:nvSpPr>
        <p:spPr>
          <a:xfrm>
            <a:off x="755576" y="2283718"/>
            <a:ext cx="6984776" cy="720080"/>
          </a:xfrm>
          <a:prstGeom prst="snip2DiagRect">
            <a:avLst>
              <a:gd fmla="val 0" name="adj1"/>
              <a:gd fmla="val 16667" name="adj2"/>
            </a:avLst>
          </a:prstGeom>
          <a:gradFill>
            <a:gsLst>
              <a:gs pos="0">
                <a:srgbClr val="0075E5"/>
              </a:gs>
              <a:gs pos="100000">
                <a:srgbClr val="04325F"/>
              </a:gs>
            </a:gsLst>
            <a:path path="circle">
              <a:fillToRect b="50%" l="50%" r="50%" t="50%"/>
            </a:path>
            <a:tileRect/>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104" name="Google Shape;104;p3"/>
          <p:cNvSpPr txBox="1"/>
          <p:nvPr>
            <p:ph type="title"/>
          </p:nvPr>
        </p:nvSpPr>
        <p:spPr>
          <a:xfrm>
            <a:off x="971600" y="2260122"/>
            <a:ext cx="7571700" cy="702600"/>
          </a:xfrm>
          <a:prstGeom prst="rect">
            <a:avLst/>
          </a:prstGeom>
          <a:noFill/>
          <a:ln>
            <a:noFill/>
          </a:ln>
        </p:spPr>
        <p:txBody>
          <a:bodyPr anchorCtr="0" anchor="b" bIns="91425" lIns="91425" spcFirstLastPara="1" rIns="91425" wrap="square" tIns="91425">
            <a:noAutofit/>
          </a:bodyPr>
          <a:lstStyle/>
          <a:p>
            <a:pPr indent="0" lvl="0" marL="0" rtl="0" algn="l">
              <a:lnSpc>
                <a:spcPct val="100000"/>
              </a:lnSpc>
              <a:spcBef>
                <a:spcPts val="0"/>
              </a:spcBef>
              <a:spcAft>
                <a:spcPts val="0"/>
              </a:spcAft>
              <a:buSzPts val="2000"/>
              <a:buNone/>
            </a:pPr>
            <a:r>
              <a:rPr b="1" lang="fr" sz="2800">
                <a:solidFill>
                  <a:schemeClr val="lt1"/>
                </a:solidFill>
              </a:rPr>
              <a:t>1.          INTRODUCTION</a:t>
            </a:r>
            <a:endParaRPr>
              <a:solidFill>
                <a:schemeClr val="lt1"/>
              </a:solidFill>
            </a:endParaRPr>
          </a:p>
        </p:txBody>
      </p:sp>
      <p:sp>
        <p:nvSpPr>
          <p:cNvPr id="105" name="Google Shape;105;p3"/>
          <p:cNvSpPr txBox="1"/>
          <p:nvPr>
            <p:ph idx="12" type="sldNum"/>
          </p:nvPr>
        </p:nvSpPr>
        <p:spPr>
          <a:xfrm>
            <a:off x="8404384" y="4749851"/>
            <a:ext cx="548700" cy="3936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1300"/>
              <a:buNone/>
            </a:pPr>
            <a:fld id="{00000000-1234-1234-1234-123412341234}" type="slidenum">
              <a:rPr lang="fr"/>
              <a:t>‹#›</a:t>
            </a:fld>
            <a:endParaRPr/>
          </a:p>
        </p:txBody>
      </p:sp>
    </p:spTree>
  </p:cSld>
  <p:clrMapOvr>
    <a:masterClrMapping/>
  </p:clrMapOvr>
  <p:transition>
    <p:fade thruBlk="1"/>
  </p:transition>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09" name="Shape 109"/>
        <p:cNvGrpSpPr/>
        <p:nvPr/>
      </p:nvGrpSpPr>
      <p:grpSpPr>
        <a:xfrm>
          <a:off x="0" y="0"/>
          <a:ext cx="0" cy="0"/>
          <a:chOff x="0" y="0"/>
          <a:chExt cx="0" cy="0"/>
        </a:xfrm>
      </p:grpSpPr>
      <p:sp>
        <p:nvSpPr>
          <p:cNvPr id="110" name="Google Shape;110;g71b9aa812b8f2c08_16"/>
          <p:cNvSpPr/>
          <p:nvPr/>
        </p:nvSpPr>
        <p:spPr>
          <a:xfrm>
            <a:off x="907727" y="123478"/>
            <a:ext cx="6984900" cy="611700"/>
          </a:xfrm>
          <a:prstGeom prst="snip2DiagRect">
            <a:avLst>
              <a:gd fmla="val 0" name="adj1"/>
              <a:gd fmla="val 16667" name="adj2"/>
            </a:avLst>
          </a:prstGeom>
          <a:gradFill>
            <a:gsLst>
              <a:gs pos="0">
                <a:srgbClr val="0075E5"/>
              </a:gs>
              <a:gs pos="100000">
                <a:srgbClr val="04325F"/>
              </a:gs>
            </a:gsLst>
            <a:path path="circle">
              <a:fillToRect b="50%" l="50%" r="50%" t="50%"/>
            </a:path>
            <a:tileRect/>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111" name="Google Shape;111;g71b9aa812b8f2c08_16"/>
          <p:cNvSpPr txBox="1"/>
          <p:nvPr>
            <p:ph idx="12" type="sldNum"/>
          </p:nvPr>
        </p:nvSpPr>
        <p:spPr>
          <a:xfrm>
            <a:off x="8404384" y="4749851"/>
            <a:ext cx="548700" cy="3936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1300"/>
              <a:buNone/>
            </a:pPr>
            <a:fld id="{00000000-1234-1234-1234-123412341234}" type="slidenum">
              <a:rPr lang="fr"/>
              <a:t>‹#›</a:t>
            </a:fld>
            <a:endParaRPr/>
          </a:p>
        </p:txBody>
      </p:sp>
      <p:sp>
        <p:nvSpPr>
          <p:cNvPr id="112" name="Google Shape;112;g71b9aa812b8f2c08_16"/>
          <p:cNvSpPr txBox="1"/>
          <p:nvPr>
            <p:ph idx="4294967295" type="ctrTitle"/>
          </p:nvPr>
        </p:nvSpPr>
        <p:spPr>
          <a:xfrm>
            <a:off x="2169238" y="15725"/>
            <a:ext cx="6246900" cy="8271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accent1"/>
              </a:buClr>
              <a:buSzPts val="2000"/>
              <a:buFont typeface="Roboto Slab"/>
              <a:buNone/>
            </a:pPr>
            <a:r>
              <a:rPr b="1" i="0" lang="fr" sz="2000" u="none" cap="none" strike="noStrike">
                <a:solidFill>
                  <a:schemeClr val="lt1"/>
                </a:solidFill>
                <a:latin typeface="Roboto Slab"/>
                <a:ea typeface="Roboto Slab"/>
                <a:cs typeface="Roboto Slab"/>
                <a:sym typeface="Roboto Slab"/>
              </a:rPr>
              <a:t>1.   INTRODUCTION</a:t>
            </a:r>
            <a:endParaRPr b="1" i="0" sz="2000" u="none" cap="none" strike="noStrike">
              <a:solidFill>
                <a:schemeClr val="lt1"/>
              </a:solidFill>
              <a:latin typeface="Roboto Slab"/>
              <a:ea typeface="Roboto Slab"/>
              <a:cs typeface="Roboto Slab"/>
              <a:sym typeface="Roboto Slab"/>
            </a:endParaRPr>
          </a:p>
        </p:txBody>
      </p:sp>
      <p:sp>
        <p:nvSpPr>
          <p:cNvPr id="113" name="Google Shape;113;g71b9aa812b8f2c08_16"/>
          <p:cNvSpPr txBox="1"/>
          <p:nvPr/>
        </p:nvSpPr>
        <p:spPr>
          <a:xfrm>
            <a:off x="282500" y="3075625"/>
            <a:ext cx="1150200" cy="3936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000"/>
              <a:buFont typeface="Arial"/>
              <a:buNone/>
            </a:pPr>
            <a:r>
              <a:rPr b="1" i="0" lang="fr" sz="2000" u="none" cap="none" strike="noStrike">
                <a:solidFill>
                  <a:schemeClr val="dk1"/>
                </a:solidFill>
                <a:latin typeface="Nunito"/>
                <a:ea typeface="Nunito"/>
                <a:cs typeface="Nunito"/>
                <a:sym typeface="Nunito"/>
              </a:rPr>
              <a:t>LCN 2019</a:t>
            </a:r>
            <a:endParaRPr b="1" i="0" sz="2000" u="none" cap="none" strike="noStrike">
              <a:solidFill>
                <a:schemeClr val="dk1"/>
              </a:solidFill>
              <a:latin typeface="Nunito"/>
              <a:ea typeface="Nunito"/>
              <a:cs typeface="Nunito"/>
              <a:sym typeface="Nunito"/>
            </a:endParaRPr>
          </a:p>
        </p:txBody>
      </p:sp>
      <p:pic>
        <p:nvPicPr>
          <p:cNvPr id="114" name="Google Shape;114;g71b9aa812b8f2c08_16"/>
          <p:cNvPicPr preferRelativeResize="0"/>
          <p:nvPr/>
        </p:nvPicPr>
        <p:blipFill rotWithShape="1">
          <a:blip r:embed="rId4">
            <a:alphaModFix/>
          </a:blip>
          <a:srcRect b="0" l="0" r="0" t="0"/>
          <a:stretch/>
        </p:blipFill>
        <p:spPr>
          <a:xfrm>
            <a:off x="51950" y="1739750"/>
            <a:ext cx="1611300" cy="1412079"/>
          </a:xfrm>
          <a:prstGeom prst="rect">
            <a:avLst/>
          </a:prstGeom>
          <a:noFill/>
          <a:ln>
            <a:noFill/>
          </a:ln>
        </p:spPr>
      </p:pic>
      <p:sp>
        <p:nvSpPr>
          <p:cNvPr id="115" name="Google Shape;115;g71b9aa812b8f2c08_16"/>
          <p:cNvSpPr txBox="1"/>
          <p:nvPr/>
        </p:nvSpPr>
        <p:spPr>
          <a:xfrm>
            <a:off x="1844400" y="1853400"/>
            <a:ext cx="7226400" cy="3048900"/>
          </a:xfrm>
          <a:prstGeom prst="rect">
            <a:avLst/>
          </a:prstGeom>
          <a:noFill/>
          <a:ln>
            <a:noFill/>
          </a:ln>
        </p:spPr>
        <p:txBody>
          <a:bodyPr anchorCtr="0" anchor="t" bIns="91425" lIns="91425" spcFirstLastPara="1" rIns="91425" wrap="square" tIns="91425">
            <a:noAutofit/>
          </a:bodyPr>
          <a:lstStyle/>
          <a:p>
            <a:pPr indent="-355600" lvl="0" marL="457200" marR="0" rtl="0" algn="l">
              <a:lnSpc>
                <a:spcPct val="100000"/>
              </a:lnSpc>
              <a:spcBef>
                <a:spcPts val="0"/>
              </a:spcBef>
              <a:spcAft>
                <a:spcPts val="0"/>
              </a:spcAft>
              <a:buClr>
                <a:schemeClr val="dk1"/>
              </a:buClr>
              <a:buSzPts val="2000"/>
              <a:buFont typeface="Roboto Slab"/>
              <a:buChar char="●"/>
            </a:pPr>
            <a:r>
              <a:rPr b="0" i="0" lang="fr" sz="2000" u="none" cap="none" strike="noStrike">
                <a:solidFill>
                  <a:schemeClr val="dk1"/>
                </a:solidFill>
                <a:latin typeface="Roboto Slab"/>
                <a:ea typeface="Roboto Slab"/>
                <a:cs typeface="Roboto Slab"/>
                <a:sym typeface="Roboto Slab"/>
              </a:rPr>
              <a:t>En </a:t>
            </a:r>
            <a:r>
              <a:rPr b="1" i="0" lang="fr" sz="2000" u="none" cap="none" strike="noStrike">
                <a:solidFill>
                  <a:schemeClr val="dk1"/>
                </a:solidFill>
                <a:latin typeface="Roboto Slab"/>
                <a:ea typeface="Roboto Slab"/>
                <a:cs typeface="Roboto Slab"/>
                <a:sym typeface="Roboto Slab"/>
              </a:rPr>
              <a:t>2019</a:t>
            </a:r>
            <a:r>
              <a:rPr b="0" i="0" lang="fr" sz="2000" u="none" cap="none" strike="noStrike">
                <a:solidFill>
                  <a:schemeClr val="dk1"/>
                </a:solidFill>
                <a:latin typeface="Roboto Slab"/>
                <a:ea typeface="Roboto Slab"/>
                <a:cs typeface="Roboto Slab"/>
                <a:sym typeface="Roboto Slab"/>
              </a:rPr>
              <a:t> le Cameroun va instaurer de manière effective l’enseignement des LCN dans son système éducatif.</a:t>
            </a:r>
            <a:endParaRPr b="0" i="0" sz="2000" u="none" cap="none" strike="noStrike">
              <a:solidFill>
                <a:schemeClr val="dk1"/>
              </a:solidFill>
              <a:latin typeface="Roboto Slab"/>
              <a:ea typeface="Roboto Slab"/>
              <a:cs typeface="Roboto Slab"/>
              <a:sym typeface="Roboto Slab"/>
            </a:endParaRPr>
          </a:p>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Roboto Slab"/>
              <a:ea typeface="Roboto Slab"/>
              <a:cs typeface="Roboto Slab"/>
              <a:sym typeface="Roboto Slab"/>
            </a:endParaRPr>
          </a:p>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Roboto Slab"/>
              <a:ea typeface="Roboto Slab"/>
              <a:cs typeface="Roboto Slab"/>
              <a:sym typeface="Roboto Slab"/>
            </a:endParaRPr>
          </a:p>
          <a:p>
            <a:pPr indent="-355600" lvl="0" marL="457200" marR="0" rtl="0" algn="l">
              <a:lnSpc>
                <a:spcPct val="100000"/>
              </a:lnSpc>
              <a:spcBef>
                <a:spcPts val="0"/>
              </a:spcBef>
              <a:spcAft>
                <a:spcPts val="0"/>
              </a:spcAft>
              <a:buClr>
                <a:schemeClr val="dk1"/>
              </a:buClr>
              <a:buSzPts val="2000"/>
              <a:buFont typeface="Roboto Slab"/>
              <a:buChar char="●"/>
            </a:pPr>
            <a:r>
              <a:rPr b="0" i="0" lang="fr" sz="2000" u="none" cap="none" strike="noStrike">
                <a:solidFill>
                  <a:schemeClr val="dk1"/>
                </a:solidFill>
                <a:latin typeface="Roboto Slab"/>
                <a:ea typeface="Roboto Slab"/>
                <a:cs typeface="Roboto Slab"/>
                <a:sym typeface="Roboto Slab"/>
              </a:rPr>
              <a:t>En adoptant la politique nationale de promotion et de développement des langues maternelles.</a:t>
            </a:r>
            <a:endParaRPr b="0" i="0" sz="2000" u="none" cap="none" strike="noStrike">
              <a:solidFill>
                <a:schemeClr val="dk1"/>
              </a:solidFill>
              <a:latin typeface="Roboto Slab"/>
              <a:ea typeface="Roboto Slab"/>
              <a:cs typeface="Roboto Slab"/>
              <a:sym typeface="Roboto Slab"/>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19" name="Shape 119"/>
        <p:cNvGrpSpPr/>
        <p:nvPr/>
      </p:nvGrpSpPr>
      <p:grpSpPr>
        <a:xfrm>
          <a:off x="0" y="0"/>
          <a:ext cx="0" cy="0"/>
          <a:chOff x="0" y="0"/>
          <a:chExt cx="0" cy="0"/>
        </a:xfrm>
      </p:grpSpPr>
      <p:sp>
        <p:nvSpPr>
          <p:cNvPr id="120" name="Google Shape;120;g59d59b4029cf42d9_1"/>
          <p:cNvSpPr/>
          <p:nvPr/>
        </p:nvSpPr>
        <p:spPr>
          <a:xfrm>
            <a:off x="907727" y="123478"/>
            <a:ext cx="6984900" cy="611700"/>
          </a:xfrm>
          <a:prstGeom prst="snip2DiagRect">
            <a:avLst>
              <a:gd fmla="val 0" name="adj1"/>
              <a:gd fmla="val 16667" name="adj2"/>
            </a:avLst>
          </a:prstGeom>
          <a:gradFill>
            <a:gsLst>
              <a:gs pos="0">
                <a:srgbClr val="0075E5"/>
              </a:gs>
              <a:gs pos="100000">
                <a:srgbClr val="04325F"/>
              </a:gs>
            </a:gsLst>
            <a:path path="circle">
              <a:fillToRect b="50%" l="50%" r="50%" t="50%"/>
            </a:path>
            <a:tileRect/>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121" name="Google Shape;121;g59d59b4029cf42d9_1"/>
          <p:cNvSpPr txBox="1"/>
          <p:nvPr>
            <p:ph idx="12" type="sldNum"/>
          </p:nvPr>
        </p:nvSpPr>
        <p:spPr>
          <a:xfrm>
            <a:off x="8404384" y="4749851"/>
            <a:ext cx="548700" cy="3936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1300"/>
              <a:buNone/>
            </a:pPr>
            <a:fld id="{00000000-1234-1234-1234-123412341234}" type="slidenum">
              <a:rPr lang="fr"/>
              <a:t>‹#›</a:t>
            </a:fld>
            <a:endParaRPr/>
          </a:p>
        </p:txBody>
      </p:sp>
      <p:sp>
        <p:nvSpPr>
          <p:cNvPr id="122" name="Google Shape;122;g59d59b4029cf42d9_1"/>
          <p:cNvSpPr txBox="1"/>
          <p:nvPr>
            <p:ph idx="4294967295" type="ctrTitle"/>
          </p:nvPr>
        </p:nvSpPr>
        <p:spPr>
          <a:xfrm>
            <a:off x="2169238" y="15725"/>
            <a:ext cx="6246900" cy="8271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accent1"/>
              </a:buClr>
              <a:buSzPts val="2000"/>
              <a:buFont typeface="Roboto Slab"/>
              <a:buNone/>
            </a:pPr>
            <a:r>
              <a:rPr b="1" i="0" lang="fr" sz="2000" u="none" cap="none" strike="noStrike">
                <a:solidFill>
                  <a:schemeClr val="lt1"/>
                </a:solidFill>
                <a:latin typeface="Roboto Slab"/>
                <a:ea typeface="Roboto Slab"/>
                <a:cs typeface="Roboto Slab"/>
                <a:sym typeface="Roboto Slab"/>
              </a:rPr>
              <a:t>1.   INTRODUCTION</a:t>
            </a:r>
            <a:endParaRPr b="1" i="0" sz="2000" u="none" cap="none" strike="noStrike">
              <a:solidFill>
                <a:schemeClr val="lt1"/>
              </a:solidFill>
              <a:latin typeface="Roboto Slab"/>
              <a:ea typeface="Roboto Slab"/>
              <a:cs typeface="Roboto Slab"/>
              <a:sym typeface="Roboto Slab"/>
            </a:endParaRPr>
          </a:p>
        </p:txBody>
      </p:sp>
      <p:sp>
        <p:nvSpPr>
          <p:cNvPr id="123" name="Google Shape;123;g59d59b4029cf42d9_1"/>
          <p:cNvSpPr txBox="1"/>
          <p:nvPr/>
        </p:nvSpPr>
        <p:spPr>
          <a:xfrm>
            <a:off x="988575" y="1554425"/>
            <a:ext cx="7226400" cy="30489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Roboto Slab"/>
              <a:ea typeface="Roboto Slab"/>
              <a:cs typeface="Roboto Slab"/>
              <a:sym typeface="Roboto Slab"/>
            </a:endParaRPr>
          </a:p>
        </p:txBody>
      </p:sp>
      <p:pic>
        <p:nvPicPr>
          <p:cNvPr id="124" name="Google Shape;124;g59d59b4029cf42d9_1"/>
          <p:cNvPicPr preferRelativeResize="0"/>
          <p:nvPr/>
        </p:nvPicPr>
        <p:blipFill rotWithShape="1">
          <a:blip r:embed="rId4">
            <a:alphaModFix/>
          </a:blip>
          <a:srcRect b="0" l="0" r="0" t="0"/>
          <a:stretch/>
        </p:blipFill>
        <p:spPr>
          <a:xfrm>
            <a:off x="2274226" y="1504526"/>
            <a:ext cx="4569600" cy="3384799"/>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28" name="Shape 128"/>
        <p:cNvGrpSpPr/>
        <p:nvPr/>
      </p:nvGrpSpPr>
      <p:grpSpPr>
        <a:xfrm>
          <a:off x="0" y="0"/>
          <a:ext cx="0" cy="0"/>
          <a:chOff x="0" y="0"/>
          <a:chExt cx="0" cy="0"/>
        </a:xfrm>
      </p:grpSpPr>
      <p:sp>
        <p:nvSpPr>
          <p:cNvPr id="129" name="Google Shape;129;g59d59b4029cf42d9_14"/>
          <p:cNvSpPr/>
          <p:nvPr/>
        </p:nvSpPr>
        <p:spPr>
          <a:xfrm>
            <a:off x="907727" y="123478"/>
            <a:ext cx="6984900" cy="611700"/>
          </a:xfrm>
          <a:prstGeom prst="snip2DiagRect">
            <a:avLst>
              <a:gd fmla="val 0" name="adj1"/>
              <a:gd fmla="val 16667" name="adj2"/>
            </a:avLst>
          </a:prstGeom>
          <a:gradFill>
            <a:gsLst>
              <a:gs pos="0">
                <a:srgbClr val="0075E5"/>
              </a:gs>
              <a:gs pos="100000">
                <a:srgbClr val="04325F"/>
              </a:gs>
            </a:gsLst>
            <a:path path="circle">
              <a:fillToRect b="50%" l="50%" r="50%" t="50%"/>
            </a:path>
            <a:tileRect/>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130" name="Google Shape;130;g59d59b4029cf42d9_14"/>
          <p:cNvSpPr txBox="1"/>
          <p:nvPr>
            <p:ph idx="12" type="sldNum"/>
          </p:nvPr>
        </p:nvSpPr>
        <p:spPr>
          <a:xfrm>
            <a:off x="8404384" y="4749851"/>
            <a:ext cx="548700" cy="3936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1300"/>
              <a:buNone/>
            </a:pPr>
            <a:fld id="{00000000-1234-1234-1234-123412341234}" type="slidenum">
              <a:rPr lang="fr"/>
              <a:t>‹#›</a:t>
            </a:fld>
            <a:endParaRPr/>
          </a:p>
        </p:txBody>
      </p:sp>
      <p:sp>
        <p:nvSpPr>
          <p:cNvPr id="131" name="Google Shape;131;g59d59b4029cf42d9_14"/>
          <p:cNvSpPr txBox="1"/>
          <p:nvPr>
            <p:ph idx="4294967295" type="ctrTitle"/>
          </p:nvPr>
        </p:nvSpPr>
        <p:spPr>
          <a:xfrm>
            <a:off x="2169238" y="15725"/>
            <a:ext cx="6246900" cy="8271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accent1"/>
              </a:buClr>
              <a:buSzPts val="2000"/>
              <a:buFont typeface="Roboto Slab"/>
              <a:buNone/>
            </a:pPr>
            <a:r>
              <a:rPr b="1" i="0" lang="fr" sz="2000" u="none" cap="none" strike="noStrike">
                <a:solidFill>
                  <a:schemeClr val="lt1"/>
                </a:solidFill>
                <a:latin typeface="Roboto Slab"/>
                <a:ea typeface="Roboto Slab"/>
                <a:cs typeface="Roboto Slab"/>
                <a:sym typeface="Roboto Slab"/>
              </a:rPr>
              <a:t>1.   INTRODUCTION</a:t>
            </a:r>
            <a:endParaRPr b="1" i="0" sz="2000" u="none" cap="none" strike="noStrike">
              <a:solidFill>
                <a:schemeClr val="lt1"/>
              </a:solidFill>
              <a:latin typeface="Roboto Slab"/>
              <a:ea typeface="Roboto Slab"/>
              <a:cs typeface="Roboto Slab"/>
              <a:sym typeface="Roboto Slab"/>
            </a:endParaRPr>
          </a:p>
        </p:txBody>
      </p:sp>
      <p:sp>
        <p:nvSpPr>
          <p:cNvPr id="132" name="Google Shape;132;g59d59b4029cf42d9_14"/>
          <p:cNvSpPr txBox="1"/>
          <p:nvPr/>
        </p:nvSpPr>
        <p:spPr>
          <a:xfrm>
            <a:off x="496825" y="1563500"/>
            <a:ext cx="8299800" cy="3346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fr" sz="1600">
                <a:latin typeface="Roboto Slab"/>
                <a:ea typeface="Roboto Slab"/>
                <a:cs typeface="Roboto Slab"/>
                <a:sym typeface="Roboto Slab"/>
              </a:rPr>
              <a:t>Pour mettre en œuvre un ASR pour un dialecte, il faut disposer de données spécifiques à ce dialecte, comme pour tout modèle de machine learning. Dans ce cas, les données sont des fichiers audio, qui doivent être transformés en "représentations" compréhensibles par l'ASR.</a:t>
            </a:r>
            <a:endParaRPr i="0" sz="2400" u="none" cap="none" strike="noStrike">
              <a:solidFill>
                <a:schemeClr val="dk1"/>
              </a:solidFill>
              <a:latin typeface="Roboto Slab"/>
              <a:ea typeface="Roboto Slab"/>
              <a:cs typeface="Roboto Slab"/>
              <a:sym typeface="Roboto Slab"/>
            </a:endParaRPr>
          </a:p>
        </p:txBody>
      </p:sp>
      <p:sp>
        <p:nvSpPr>
          <p:cNvPr id="133" name="Google Shape;133;g59d59b4029cf42d9_14"/>
          <p:cNvSpPr/>
          <p:nvPr/>
        </p:nvSpPr>
        <p:spPr>
          <a:xfrm>
            <a:off x="2021400" y="3471950"/>
            <a:ext cx="1611300" cy="11793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500"/>
              <a:buFont typeface="Arial"/>
              <a:buNone/>
            </a:pPr>
            <a:r>
              <a:rPr b="1" i="0" lang="fr" sz="1500" u="none" cap="none" strike="noStrike">
                <a:solidFill>
                  <a:srgbClr val="000000"/>
                </a:solidFill>
                <a:latin typeface="Roboto Slab"/>
                <a:ea typeface="Roboto Slab"/>
                <a:cs typeface="Roboto Slab"/>
                <a:sym typeface="Roboto Slab"/>
              </a:rPr>
              <a:t>Données audios</a:t>
            </a:r>
            <a:endParaRPr b="1" i="0" sz="1500" u="none" cap="none" strike="noStrike">
              <a:solidFill>
                <a:srgbClr val="000000"/>
              </a:solidFill>
              <a:latin typeface="Roboto Slab"/>
              <a:ea typeface="Roboto Slab"/>
              <a:cs typeface="Roboto Slab"/>
              <a:sym typeface="Roboto Slab"/>
            </a:endParaRPr>
          </a:p>
        </p:txBody>
      </p:sp>
      <p:sp>
        <p:nvSpPr>
          <p:cNvPr id="134" name="Google Shape;134;g59d59b4029cf42d9_14"/>
          <p:cNvSpPr/>
          <p:nvPr/>
        </p:nvSpPr>
        <p:spPr>
          <a:xfrm>
            <a:off x="4067450" y="3884000"/>
            <a:ext cx="548700" cy="3387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5" name="Google Shape;135;g59d59b4029cf42d9_14"/>
          <p:cNvSpPr/>
          <p:nvPr/>
        </p:nvSpPr>
        <p:spPr>
          <a:xfrm>
            <a:off x="5257050" y="3471950"/>
            <a:ext cx="1737300" cy="11793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500"/>
              <a:buFont typeface="Arial"/>
              <a:buNone/>
            </a:pPr>
            <a:r>
              <a:rPr b="1" i="0" lang="fr" sz="1500" u="none" cap="none" strike="noStrike">
                <a:solidFill>
                  <a:srgbClr val="000000"/>
                </a:solidFill>
                <a:latin typeface="Roboto Slab"/>
                <a:ea typeface="Roboto Slab"/>
                <a:cs typeface="Roboto Slab"/>
                <a:sym typeface="Roboto Slab"/>
              </a:rPr>
              <a:t>Représentations</a:t>
            </a:r>
            <a:endParaRPr b="1" i="0" sz="1500" u="none" cap="none" strike="noStrike">
              <a:solidFill>
                <a:srgbClr val="000000"/>
              </a:solidFill>
              <a:latin typeface="Roboto Slab"/>
              <a:ea typeface="Roboto Slab"/>
              <a:cs typeface="Roboto Slab"/>
              <a:sym typeface="Roboto Slab"/>
            </a:endParaRPr>
          </a:p>
        </p:txBody>
      </p:sp>
    </p:spTree>
  </p:cSld>
  <p:clrMapOvr>
    <a:masterClrMapping/>
  </p:clrMapOvr>
  <mc:AlternateContent>
    <mc:Choice Requires="p14">
      <p:transition spd="slow" p14:dur="700">
        <p:fade/>
      </p:transition>
    </mc:Choice>
    <mc:Fallback>
      <p:transition spd="slow">
        <p:fade/>
      </p:transition>
    </mc:Fallback>
  </mc:AlternateContent>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35"/>
                                        </p:tgtEl>
                                        <p:attrNameLst>
                                          <p:attrName>style.visibility</p:attrName>
                                        </p:attrNameLst>
                                      </p:cBhvr>
                                      <p:to>
                                        <p:strVal val="visible"/>
                                      </p:to>
                                    </p:set>
                                    <p:anim calcmode="lin" valueType="num">
                                      <p:cBhvr additive="base">
                                        <p:cTn dur="1000"/>
                                        <p:tgtEl>
                                          <p:spTgt spid="135"/>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39" name="Shape 139"/>
        <p:cNvGrpSpPr/>
        <p:nvPr/>
      </p:nvGrpSpPr>
      <p:grpSpPr>
        <a:xfrm>
          <a:off x="0" y="0"/>
          <a:ext cx="0" cy="0"/>
          <a:chOff x="0" y="0"/>
          <a:chExt cx="0" cy="0"/>
        </a:xfrm>
      </p:grpSpPr>
      <p:sp>
        <p:nvSpPr>
          <p:cNvPr id="140" name="Google Shape;140;p8"/>
          <p:cNvSpPr txBox="1"/>
          <p:nvPr>
            <p:ph idx="12" type="sldNum"/>
          </p:nvPr>
        </p:nvSpPr>
        <p:spPr>
          <a:xfrm>
            <a:off x="8404384" y="4749851"/>
            <a:ext cx="548700" cy="3936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1300"/>
              <a:buNone/>
            </a:pPr>
            <a:fld id="{00000000-1234-1234-1234-123412341234}" type="slidenum">
              <a:rPr lang="fr"/>
              <a:t>‹#›</a:t>
            </a:fld>
            <a:endParaRPr/>
          </a:p>
        </p:txBody>
      </p:sp>
      <p:sp>
        <p:nvSpPr>
          <p:cNvPr id="141" name="Google Shape;141;p8"/>
          <p:cNvSpPr/>
          <p:nvPr/>
        </p:nvSpPr>
        <p:spPr>
          <a:xfrm>
            <a:off x="907727" y="123478"/>
            <a:ext cx="6984776" cy="611597"/>
          </a:xfrm>
          <a:prstGeom prst="snip2DiagRect">
            <a:avLst>
              <a:gd fmla="val 0" name="adj1"/>
              <a:gd fmla="val 16667" name="adj2"/>
            </a:avLst>
          </a:prstGeom>
          <a:gradFill>
            <a:gsLst>
              <a:gs pos="0">
                <a:srgbClr val="0075E5"/>
              </a:gs>
              <a:gs pos="100000">
                <a:srgbClr val="04325F"/>
              </a:gs>
            </a:gsLst>
            <a:path path="circle">
              <a:fillToRect b="50%" l="50%" r="50%" t="50%"/>
            </a:path>
            <a:tileRect/>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142" name="Google Shape;142;p8"/>
          <p:cNvSpPr txBox="1"/>
          <p:nvPr/>
        </p:nvSpPr>
        <p:spPr>
          <a:xfrm>
            <a:off x="2195736" y="0"/>
            <a:ext cx="6246868" cy="826878"/>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accent1"/>
              </a:buClr>
              <a:buSzPts val="2000"/>
              <a:buFont typeface="Roboto Slab"/>
              <a:buNone/>
            </a:pPr>
            <a:r>
              <a:rPr b="1" i="0" lang="fr" sz="2000" u="none" cap="none" strike="noStrike">
                <a:solidFill>
                  <a:schemeClr val="lt1"/>
                </a:solidFill>
                <a:latin typeface="Roboto Slab"/>
                <a:ea typeface="Roboto Slab"/>
                <a:cs typeface="Roboto Slab"/>
                <a:sym typeface="Roboto Slab"/>
              </a:rPr>
              <a:t>1.   INTRODUCTION</a:t>
            </a:r>
            <a:endParaRPr b="0" i="0" sz="1400" u="none" cap="none" strike="noStrike">
              <a:solidFill>
                <a:schemeClr val="lt1"/>
              </a:solidFill>
              <a:latin typeface="Arial"/>
              <a:ea typeface="Arial"/>
              <a:cs typeface="Arial"/>
              <a:sym typeface="Arial"/>
            </a:endParaRPr>
          </a:p>
        </p:txBody>
      </p:sp>
      <p:grpSp>
        <p:nvGrpSpPr>
          <p:cNvPr id="143" name="Google Shape;143;p8"/>
          <p:cNvGrpSpPr/>
          <p:nvPr/>
        </p:nvGrpSpPr>
        <p:grpSpPr>
          <a:xfrm>
            <a:off x="714014" y="1812468"/>
            <a:ext cx="4282596" cy="1229321"/>
            <a:chOff x="1354371" y="1411195"/>
            <a:chExt cx="3568830" cy="1084344"/>
          </a:xfrm>
        </p:grpSpPr>
        <p:grpSp>
          <p:nvGrpSpPr>
            <p:cNvPr id="144" name="Google Shape;144;p8"/>
            <p:cNvGrpSpPr/>
            <p:nvPr/>
          </p:nvGrpSpPr>
          <p:grpSpPr>
            <a:xfrm flipH="1">
              <a:off x="1450055" y="1411195"/>
              <a:ext cx="3473146" cy="915971"/>
              <a:chOff x="1506828" y="650383"/>
              <a:chExt cx="9195515" cy="2215166"/>
            </a:xfrm>
          </p:grpSpPr>
          <p:sp>
            <p:nvSpPr>
              <p:cNvPr id="145" name="Google Shape;145;p8"/>
              <p:cNvSpPr/>
              <p:nvPr/>
            </p:nvSpPr>
            <p:spPr>
              <a:xfrm>
                <a:off x="1506828" y="650383"/>
                <a:ext cx="9195515" cy="2215166"/>
              </a:xfrm>
              <a:custGeom>
                <a:rect b="b" l="l" r="r" t="t"/>
                <a:pathLst>
                  <a:path extrusionOk="0" h="2215166" w="9195515">
                    <a:moveTo>
                      <a:pt x="1107583" y="0"/>
                    </a:moveTo>
                    <a:cubicBezTo>
                      <a:pt x="1413434" y="0"/>
                      <a:pt x="1690329" y="123971"/>
                      <a:pt x="1890762" y="324404"/>
                    </a:cubicBezTo>
                    <a:lnTo>
                      <a:pt x="1893527" y="327755"/>
                    </a:lnTo>
                    <a:lnTo>
                      <a:pt x="1910318" y="342637"/>
                    </a:lnTo>
                    <a:cubicBezTo>
                      <a:pt x="2138377" y="564106"/>
                      <a:pt x="2341280" y="975490"/>
                      <a:pt x="2636331" y="969406"/>
                    </a:cubicBezTo>
                    <a:cubicBezTo>
                      <a:pt x="2882207" y="964336"/>
                      <a:pt x="3086413" y="507771"/>
                      <a:pt x="3387497" y="252262"/>
                    </a:cubicBezTo>
                    <a:lnTo>
                      <a:pt x="3431297" y="219439"/>
                    </a:lnTo>
                    <a:lnTo>
                      <a:pt x="3503543" y="159831"/>
                    </a:lnTo>
                    <a:cubicBezTo>
                      <a:pt x="3652908" y="58922"/>
                      <a:pt x="3832970" y="0"/>
                      <a:pt x="4026793" y="0"/>
                    </a:cubicBezTo>
                    <a:lnTo>
                      <a:pt x="8259652" y="0"/>
                    </a:lnTo>
                    <a:cubicBezTo>
                      <a:pt x="8776515" y="0"/>
                      <a:pt x="9195515" y="419000"/>
                      <a:pt x="9195515" y="935863"/>
                    </a:cubicBezTo>
                    <a:lnTo>
                      <a:pt x="9195515" y="1279303"/>
                    </a:lnTo>
                    <a:cubicBezTo>
                      <a:pt x="9195515" y="1796166"/>
                      <a:pt x="8776515" y="2215166"/>
                      <a:pt x="8259652" y="2215166"/>
                    </a:cubicBezTo>
                    <a:lnTo>
                      <a:pt x="4026793" y="2215166"/>
                    </a:lnTo>
                    <a:cubicBezTo>
                      <a:pt x="3832970" y="2215166"/>
                      <a:pt x="3652908" y="2156244"/>
                      <a:pt x="3503543" y="2055335"/>
                    </a:cubicBezTo>
                    <a:lnTo>
                      <a:pt x="3461153" y="2020360"/>
                    </a:lnTo>
                    <a:lnTo>
                      <a:pt x="3387438" y="1972233"/>
                    </a:lnTo>
                    <a:cubicBezTo>
                      <a:pt x="3110503" y="1753314"/>
                      <a:pt x="2916085" y="1275952"/>
                      <a:pt x="2662533" y="1275952"/>
                    </a:cubicBezTo>
                    <a:cubicBezTo>
                      <a:pt x="2437153" y="1275952"/>
                      <a:pt x="2164147" y="1616555"/>
                      <a:pt x="1944356" y="1835839"/>
                    </a:cubicBezTo>
                    <a:lnTo>
                      <a:pt x="1906250" y="1871991"/>
                    </a:lnTo>
                    <a:lnTo>
                      <a:pt x="1890762" y="1890762"/>
                    </a:lnTo>
                    <a:cubicBezTo>
                      <a:pt x="1690329" y="2091196"/>
                      <a:pt x="1413434" y="2215166"/>
                      <a:pt x="1107583" y="2215166"/>
                    </a:cubicBezTo>
                    <a:cubicBezTo>
                      <a:pt x="495882" y="2215166"/>
                      <a:pt x="0" y="1719284"/>
                      <a:pt x="0" y="1107583"/>
                    </a:cubicBezTo>
                    <a:cubicBezTo>
                      <a:pt x="0" y="495882"/>
                      <a:pt x="495882" y="0"/>
                      <a:pt x="1107583" y="0"/>
                    </a:cubicBezTo>
                    <a:close/>
                  </a:path>
                </a:pathLst>
              </a:custGeom>
              <a:solidFill>
                <a:srgbClr val="1A98DD"/>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FFFFFF"/>
                  </a:solidFill>
                  <a:latin typeface="Calibri"/>
                  <a:ea typeface="Calibri"/>
                  <a:cs typeface="Calibri"/>
                  <a:sym typeface="Calibri"/>
                </a:endParaRPr>
              </a:p>
            </p:txBody>
          </p:sp>
          <p:sp>
            <p:nvSpPr>
              <p:cNvPr id="146" name="Google Shape;146;p8"/>
              <p:cNvSpPr/>
              <p:nvPr/>
            </p:nvSpPr>
            <p:spPr>
              <a:xfrm>
                <a:off x="1661374" y="804929"/>
                <a:ext cx="1906200" cy="1906200"/>
              </a:xfrm>
              <a:prstGeom prst="ellipse">
                <a:avLst/>
              </a:prstGeom>
              <a:solidFill>
                <a:srgbClr val="E7E6E6"/>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2100"/>
                  <a:buFont typeface="Arial"/>
                  <a:buNone/>
                </a:pPr>
                <a:r>
                  <a:rPr b="1" i="0" lang="fr" sz="2100" u="none" cap="none" strike="noStrike">
                    <a:solidFill>
                      <a:srgbClr val="1A98DD"/>
                    </a:solidFill>
                    <a:latin typeface="Calibri"/>
                    <a:ea typeface="Calibri"/>
                    <a:cs typeface="Calibri"/>
                    <a:sym typeface="Calibri"/>
                  </a:rPr>
                  <a:t>01</a:t>
                </a:r>
                <a:endParaRPr b="1" i="0" sz="2100" u="none" cap="none" strike="noStrike">
                  <a:solidFill>
                    <a:srgbClr val="1A98DD"/>
                  </a:solidFill>
                  <a:latin typeface="Calibri"/>
                  <a:ea typeface="Calibri"/>
                  <a:cs typeface="Calibri"/>
                  <a:sym typeface="Calibri"/>
                </a:endParaRPr>
              </a:p>
            </p:txBody>
          </p:sp>
        </p:grpSp>
        <p:sp>
          <p:nvSpPr>
            <p:cNvPr id="147" name="Google Shape;147;p8"/>
            <p:cNvSpPr txBox="1"/>
            <p:nvPr/>
          </p:nvSpPr>
          <p:spPr>
            <a:xfrm>
              <a:off x="1354371" y="1511239"/>
              <a:ext cx="2437800" cy="984300"/>
            </a:xfrm>
            <a:prstGeom prst="rect">
              <a:avLst/>
            </a:prstGeom>
            <a:noFill/>
            <a:ln>
              <a:noFill/>
            </a:ln>
          </p:spPr>
          <p:txBody>
            <a:bodyPr anchorCtr="0" anchor="ctr"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1700"/>
                <a:buFont typeface="Arial"/>
                <a:buNone/>
              </a:pPr>
              <a:r>
                <a:rPr b="1" i="0" lang="fr" sz="1700" u="none" cap="none" strike="noStrike">
                  <a:solidFill>
                    <a:srgbClr val="FFFFFF"/>
                  </a:solidFill>
                  <a:latin typeface="Nunito"/>
                  <a:ea typeface="Nunito"/>
                  <a:cs typeface="Nunito"/>
                  <a:sym typeface="Nunito"/>
                </a:rPr>
                <a:t>La non existence des ressources linguistiques</a:t>
              </a:r>
              <a:endParaRPr b="1" i="0" sz="1700" u="none" cap="none" strike="noStrike">
                <a:solidFill>
                  <a:srgbClr val="FFFFFF"/>
                </a:solidFill>
                <a:latin typeface="Nunito"/>
                <a:ea typeface="Nunito"/>
                <a:cs typeface="Nunito"/>
                <a:sym typeface="Nunito"/>
              </a:endParaRPr>
            </a:p>
            <a:p>
              <a:pPr indent="0" lvl="0" marL="0" marR="0" rtl="0" algn="ctr">
                <a:lnSpc>
                  <a:spcPct val="100000"/>
                </a:lnSpc>
                <a:spcBef>
                  <a:spcPts val="0"/>
                </a:spcBef>
                <a:spcAft>
                  <a:spcPts val="0"/>
                </a:spcAft>
                <a:buClr>
                  <a:srgbClr val="000000"/>
                </a:buClr>
                <a:buSzPts val="1700"/>
                <a:buFont typeface="Arial"/>
                <a:buNone/>
              </a:pPr>
              <a:r>
                <a:rPr b="1" i="0" lang="fr" sz="1700" u="none" cap="none" strike="noStrike">
                  <a:solidFill>
                    <a:srgbClr val="FFFFFF"/>
                  </a:solidFill>
                  <a:latin typeface="Nunito"/>
                  <a:ea typeface="Nunito"/>
                  <a:cs typeface="Nunito"/>
                  <a:sym typeface="Nunito"/>
                </a:rPr>
                <a:t>numériques disponibles</a:t>
              </a:r>
              <a:endParaRPr b="1" i="0" sz="1700" u="none" cap="none" strike="noStrike">
                <a:solidFill>
                  <a:srgbClr val="FFFFFF"/>
                </a:solidFill>
                <a:latin typeface="Nunito"/>
                <a:ea typeface="Nunito"/>
                <a:cs typeface="Nunito"/>
                <a:sym typeface="Nunito"/>
              </a:endParaRPr>
            </a:p>
            <a:p>
              <a:pPr indent="0" lvl="0" marL="0" marR="0" rtl="0" algn="ctr">
                <a:lnSpc>
                  <a:spcPct val="100000"/>
                </a:lnSpc>
                <a:spcBef>
                  <a:spcPts val="0"/>
                </a:spcBef>
                <a:spcAft>
                  <a:spcPts val="0"/>
                </a:spcAft>
                <a:buClr>
                  <a:srgbClr val="000000"/>
                </a:buClr>
                <a:buSzPts val="1400"/>
                <a:buFont typeface="Arial"/>
                <a:buNone/>
              </a:pPr>
              <a:r>
                <a:t/>
              </a:r>
              <a:endParaRPr b="1" i="0" sz="1700" u="none" cap="none" strike="noStrike">
                <a:solidFill>
                  <a:srgbClr val="FFFFFF"/>
                </a:solidFill>
                <a:latin typeface="Nunito"/>
                <a:ea typeface="Nunito"/>
                <a:cs typeface="Nunito"/>
                <a:sym typeface="Nunito"/>
              </a:endParaRPr>
            </a:p>
          </p:txBody>
        </p:sp>
      </p:grpSp>
      <p:grpSp>
        <p:nvGrpSpPr>
          <p:cNvPr id="148" name="Google Shape;148;p8"/>
          <p:cNvGrpSpPr/>
          <p:nvPr/>
        </p:nvGrpSpPr>
        <p:grpSpPr>
          <a:xfrm>
            <a:off x="4422765" y="3019750"/>
            <a:ext cx="4530621" cy="1240210"/>
            <a:chOff x="4194406" y="3317914"/>
            <a:chExt cx="3838208" cy="987586"/>
          </a:xfrm>
        </p:grpSpPr>
        <p:grpSp>
          <p:nvGrpSpPr>
            <p:cNvPr id="149" name="Google Shape;149;p8"/>
            <p:cNvGrpSpPr/>
            <p:nvPr/>
          </p:nvGrpSpPr>
          <p:grpSpPr>
            <a:xfrm>
              <a:off x="4194406" y="3317914"/>
              <a:ext cx="3838208" cy="826921"/>
              <a:chOff x="1506828" y="650383"/>
              <a:chExt cx="9195515" cy="2215166"/>
            </a:xfrm>
          </p:grpSpPr>
          <p:sp>
            <p:nvSpPr>
              <p:cNvPr id="150" name="Google Shape;150;p8"/>
              <p:cNvSpPr/>
              <p:nvPr/>
            </p:nvSpPr>
            <p:spPr>
              <a:xfrm>
                <a:off x="1506828" y="650383"/>
                <a:ext cx="9195515" cy="2215166"/>
              </a:xfrm>
              <a:custGeom>
                <a:rect b="b" l="l" r="r" t="t"/>
                <a:pathLst>
                  <a:path extrusionOk="0" h="2215166" w="9195515">
                    <a:moveTo>
                      <a:pt x="1107583" y="0"/>
                    </a:moveTo>
                    <a:cubicBezTo>
                      <a:pt x="1413434" y="0"/>
                      <a:pt x="1690329" y="123971"/>
                      <a:pt x="1890762" y="324404"/>
                    </a:cubicBezTo>
                    <a:lnTo>
                      <a:pt x="1893527" y="327755"/>
                    </a:lnTo>
                    <a:lnTo>
                      <a:pt x="1910318" y="342637"/>
                    </a:lnTo>
                    <a:cubicBezTo>
                      <a:pt x="2138377" y="564106"/>
                      <a:pt x="2341280" y="975490"/>
                      <a:pt x="2636331" y="969406"/>
                    </a:cubicBezTo>
                    <a:cubicBezTo>
                      <a:pt x="2882207" y="964336"/>
                      <a:pt x="3086413" y="507771"/>
                      <a:pt x="3387497" y="252262"/>
                    </a:cubicBezTo>
                    <a:lnTo>
                      <a:pt x="3431297" y="219439"/>
                    </a:lnTo>
                    <a:lnTo>
                      <a:pt x="3503543" y="159831"/>
                    </a:lnTo>
                    <a:cubicBezTo>
                      <a:pt x="3652908" y="58922"/>
                      <a:pt x="3832970" y="0"/>
                      <a:pt x="4026793" y="0"/>
                    </a:cubicBezTo>
                    <a:lnTo>
                      <a:pt x="8259652" y="0"/>
                    </a:lnTo>
                    <a:cubicBezTo>
                      <a:pt x="8776515" y="0"/>
                      <a:pt x="9195515" y="419000"/>
                      <a:pt x="9195515" y="935863"/>
                    </a:cubicBezTo>
                    <a:lnTo>
                      <a:pt x="9195515" y="1279303"/>
                    </a:lnTo>
                    <a:cubicBezTo>
                      <a:pt x="9195515" y="1796166"/>
                      <a:pt x="8776515" y="2215166"/>
                      <a:pt x="8259652" y="2215166"/>
                    </a:cubicBezTo>
                    <a:lnTo>
                      <a:pt x="4026793" y="2215166"/>
                    </a:lnTo>
                    <a:cubicBezTo>
                      <a:pt x="3832970" y="2215166"/>
                      <a:pt x="3652908" y="2156244"/>
                      <a:pt x="3503543" y="2055335"/>
                    </a:cubicBezTo>
                    <a:lnTo>
                      <a:pt x="3461153" y="2020360"/>
                    </a:lnTo>
                    <a:lnTo>
                      <a:pt x="3387438" y="1972233"/>
                    </a:lnTo>
                    <a:cubicBezTo>
                      <a:pt x="3110503" y="1753314"/>
                      <a:pt x="2916085" y="1275952"/>
                      <a:pt x="2662533" y="1275952"/>
                    </a:cubicBezTo>
                    <a:cubicBezTo>
                      <a:pt x="2437153" y="1275952"/>
                      <a:pt x="2164147" y="1616555"/>
                      <a:pt x="1944356" y="1835839"/>
                    </a:cubicBezTo>
                    <a:lnTo>
                      <a:pt x="1906250" y="1871991"/>
                    </a:lnTo>
                    <a:lnTo>
                      <a:pt x="1890762" y="1890762"/>
                    </a:lnTo>
                    <a:cubicBezTo>
                      <a:pt x="1690329" y="2091196"/>
                      <a:pt x="1413434" y="2215166"/>
                      <a:pt x="1107583" y="2215166"/>
                    </a:cubicBezTo>
                    <a:cubicBezTo>
                      <a:pt x="495882" y="2215166"/>
                      <a:pt x="0" y="1719284"/>
                      <a:pt x="0" y="1107583"/>
                    </a:cubicBezTo>
                    <a:cubicBezTo>
                      <a:pt x="0" y="495882"/>
                      <a:pt x="495882" y="0"/>
                      <a:pt x="1107583" y="0"/>
                    </a:cubicBezTo>
                    <a:close/>
                  </a:path>
                </a:pathLst>
              </a:custGeom>
              <a:solidFill>
                <a:schemeClr val="accent1"/>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FFFFFF"/>
                  </a:solidFill>
                  <a:latin typeface="Calibri"/>
                  <a:ea typeface="Calibri"/>
                  <a:cs typeface="Calibri"/>
                  <a:sym typeface="Calibri"/>
                </a:endParaRPr>
              </a:p>
            </p:txBody>
          </p:sp>
          <p:sp>
            <p:nvSpPr>
              <p:cNvPr id="151" name="Google Shape;151;p8"/>
              <p:cNvSpPr/>
              <p:nvPr/>
            </p:nvSpPr>
            <p:spPr>
              <a:xfrm>
                <a:off x="1661374" y="804929"/>
                <a:ext cx="1906200" cy="1906200"/>
              </a:xfrm>
              <a:prstGeom prst="ellipse">
                <a:avLst/>
              </a:prstGeom>
              <a:solidFill>
                <a:schemeClr val="accent1"/>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2100"/>
                  <a:buFont typeface="Arial"/>
                  <a:buNone/>
                </a:pPr>
                <a:r>
                  <a:rPr b="1" i="0" lang="fr" sz="2100" u="none" cap="none" strike="noStrike">
                    <a:solidFill>
                      <a:schemeClr val="lt1"/>
                    </a:solidFill>
                    <a:latin typeface="Calibri"/>
                    <a:ea typeface="Calibri"/>
                    <a:cs typeface="Calibri"/>
                    <a:sym typeface="Calibri"/>
                  </a:rPr>
                  <a:t>02</a:t>
                </a:r>
                <a:endParaRPr b="1" i="0" sz="2100" u="none" cap="none" strike="noStrike">
                  <a:solidFill>
                    <a:schemeClr val="lt1"/>
                  </a:solidFill>
                  <a:latin typeface="Calibri"/>
                  <a:ea typeface="Calibri"/>
                  <a:cs typeface="Calibri"/>
                  <a:sym typeface="Calibri"/>
                </a:endParaRPr>
              </a:p>
            </p:txBody>
          </p:sp>
        </p:grpSp>
        <p:sp>
          <p:nvSpPr>
            <p:cNvPr id="152" name="Google Shape;152;p8"/>
            <p:cNvSpPr txBox="1"/>
            <p:nvPr/>
          </p:nvSpPr>
          <p:spPr>
            <a:xfrm>
              <a:off x="5418900" y="3465800"/>
              <a:ext cx="2550000" cy="839700"/>
            </a:xfrm>
            <a:prstGeom prst="rect">
              <a:avLst/>
            </a:prstGeom>
            <a:noFill/>
            <a:ln>
              <a:noFill/>
            </a:ln>
          </p:spPr>
          <p:txBody>
            <a:bodyPr anchorCtr="0" anchor="ctr"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1600"/>
                <a:buFont typeface="Arial"/>
                <a:buNone/>
              </a:pPr>
              <a:r>
                <a:rPr b="1" i="0" lang="fr" sz="1600" u="none" cap="none" strike="noStrike">
                  <a:solidFill>
                    <a:schemeClr val="lt1"/>
                  </a:solidFill>
                  <a:latin typeface="Nunito"/>
                  <a:ea typeface="Nunito"/>
                  <a:cs typeface="Nunito"/>
                  <a:sym typeface="Nunito"/>
                </a:rPr>
                <a:t>Développer des outils adaptés aux contextes d’apprentissage spécifiques</a:t>
              </a:r>
              <a:endParaRPr b="1" i="0" sz="1600" u="none" cap="none" strike="noStrike">
                <a:solidFill>
                  <a:schemeClr val="lt1"/>
                </a:solidFill>
                <a:latin typeface="Nunito"/>
                <a:ea typeface="Nunito"/>
                <a:cs typeface="Nunito"/>
                <a:sym typeface="Nunito"/>
              </a:endParaRPr>
            </a:p>
            <a:p>
              <a:pPr indent="0" lvl="0" marL="0" marR="0" rtl="0" algn="ctr">
                <a:lnSpc>
                  <a:spcPct val="100000"/>
                </a:lnSpc>
                <a:spcBef>
                  <a:spcPts val="0"/>
                </a:spcBef>
                <a:spcAft>
                  <a:spcPts val="0"/>
                </a:spcAft>
                <a:buClr>
                  <a:srgbClr val="000000"/>
                </a:buClr>
                <a:buSzPts val="1400"/>
                <a:buFont typeface="Arial"/>
                <a:buNone/>
              </a:pPr>
              <a:r>
                <a:t/>
              </a:r>
              <a:endParaRPr b="1" i="0" sz="1600" u="none" cap="none" strike="noStrike">
                <a:solidFill>
                  <a:schemeClr val="lt1"/>
                </a:solidFill>
                <a:latin typeface="Nunito"/>
                <a:ea typeface="Nunito"/>
                <a:cs typeface="Nunito"/>
                <a:sym typeface="Nunito"/>
              </a:endParaRPr>
            </a:p>
          </p:txBody>
        </p:sp>
      </p:grpSp>
      <p:grpSp>
        <p:nvGrpSpPr>
          <p:cNvPr id="153" name="Google Shape;153;p8"/>
          <p:cNvGrpSpPr/>
          <p:nvPr/>
        </p:nvGrpSpPr>
        <p:grpSpPr>
          <a:xfrm>
            <a:off x="526564" y="3904269"/>
            <a:ext cx="4282596" cy="1229321"/>
            <a:chOff x="1354371" y="1411195"/>
            <a:chExt cx="3568830" cy="1084344"/>
          </a:xfrm>
        </p:grpSpPr>
        <p:grpSp>
          <p:nvGrpSpPr>
            <p:cNvPr id="154" name="Google Shape;154;p8"/>
            <p:cNvGrpSpPr/>
            <p:nvPr/>
          </p:nvGrpSpPr>
          <p:grpSpPr>
            <a:xfrm flipH="1">
              <a:off x="1450055" y="1411195"/>
              <a:ext cx="3473146" cy="915971"/>
              <a:chOff x="1506828" y="650383"/>
              <a:chExt cx="9195515" cy="2215166"/>
            </a:xfrm>
          </p:grpSpPr>
          <p:sp>
            <p:nvSpPr>
              <p:cNvPr id="155" name="Google Shape;155;p8"/>
              <p:cNvSpPr/>
              <p:nvPr/>
            </p:nvSpPr>
            <p:spPr>
              <a:xfrm>
                <a:off x="1506828" y="650383"/>
                <a:ext cx="9195515" cy="2215166"/>
              </a:xfrm>
              <a:custGeom>
                <a:rect b="b" l="l" r="r" t="t"/>
                <a:pathLst>
                  <a:path extrusionOk="0" h="2215166" w="9195515">
                    <a:moveTo>
                      <a:pt x="1107583" y="0"/>
                    </a:moveTo>
                    <a:cubicBezTo>
                      <a:pt x="1413434" y="0"/>
                      <a:pt x="1690329" y="123971"/>
                      <a:pt x="1890762" y="324404"/>
                    </a:cubicBezTo>
                    <a:lnTo>
                      <a:pt x="1893527" y="327755"/>
                    </a:lnTo>
                    <a:lnTo>
                      <a:pt x="1910318" y="342637"/>
                    </a:lnTo>
                    <a:cubicBezTo>
                      <a:pt x="2138377" y="564106"/>
                      <a:pt x="2341280" y="975490"/>
                      <a:pt x="2636331" y="969406"/>
                    </a:cubicBezTo>
                    <a:cubicBezTo>
                      <a:pt x="2882207" y="964336"/>
                      <a:pt x="3086413" y="507771"/>
                      <a:pt x="3387497" y="252262"/>
                    </a:cubicBezTo>
                    <a:lnTo>
                      <a:pt x="3431297" y="219439"/>
                    </a:lnTo>
                    <a:lnTo>
                      <a:pt x="3503543" y="159831"/>
                    </a:lnTo>
                    <a:cubicBezTo>
                      <a:pt x="3652908" y="58922"/>
                      <a:pt x="3832970" y="0"/>
                      <a:pt x="4026793" y="0"/>
                    </a:cubicBezTo>
                    <a:lnTo>
                      <a:pt x="8259652" y="0"/>
                    </a:lnTo>
                    <a:cubicBezTo>
                      <a:pt x="8776515" y="0"/>
                      <a:pt x="9195515" y="419000"/>
                      <a:pt x="9195515" y="935863"/>
                    </a:cubicBezTo>
                    <a:lnTo>
                      <a:pt x="9195515" y="1279303"/>
                    </a:lnTo>
                    <a:cubicBezTo>
                      <a:pt x="9195515" y="1796166"/>
                      <a:pt x="8776515" y="2215166"/>
                      <a:pt x="8259652" y="2215166"/>
                    </a:cubicBezTo>
                    <a:lnTo>
                      <a:pt x="4026793" y="2215166"/>
                    </a:lnTo>
                    <a:cubicBezTo>
                      <a:pt x="3832970" y="2215166"/>
                      <a:pt x="3652908" y="2156244"/>
                      <a:pt x="3503543" y="2055335"/>
                    </a:cubicBezTo>
                    <a:lnTo>
                      <a:pt x="3461153" y="2020360"/>
                    </a:lnTo>
                    <a:lnTo>
                      <a:pt x="3387438" y="1972233"/>
                    </a:lnTo>
                    <a:cubicBezTo>
                      <a:pt x="3110503" y="1753314"/>
                      <a:pt x="2916085" y="1275952"/>
                      <a:pt x="2662533" y="1275952"/>
                    </a:cubicBezTo>
                    <a:cubicBezTo>
                      <a:pt x="2437153" y="1275952"/>
                      <a:pt x="2164147" y="1616555"/>
                      <a:pt x="1944356" y="1835839"/>
                    </a:cubicBezTo>
                    <a:lnTo>
                      <a:pt x="1906250" y="1871991"/>
                    </a:lnTo>
                    <a:lnTo>
                      <a:pt x="1890762" y="1890762"/>
                    </a:lnTo>
                    <a:cubicBezTo>
                      <a:pt x="1690329" y="2091196"/>
                      <a:pt x="1413434" y="2215166"/>
                      <a:pt x="1107583" y="2215166"/>
                    </a:cubicBezTo>
                    <a:cubicBezTo>
                      <a:pt x="495882" y="2215166"/>
                      <a:pt x="0" y="1719284"/>
                      <a:pt x="0" y="1107583"/>
                    </a:cubicBezTo>
                    <a:cubicBezTo>
                      <a:pt x="0" y="495882"/>
                      <a:pt x="495882" y="0"/>
                      <a:pt x="1107583" y="0"/>
                    </a:cubicBezTo>
                    <a:close/>
                  </a:path>
                </a:pathLst>
              </a:custGeom>
              <a:solidFill>
                <a:srgbClr val="1A98DD"/>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FFFFFF"/>
                  </a:solidFill>
                  <a:latin typeface="Calibri"/>
                  <a:ea typeface="Calibri"/>
                  <a:cs typeface="Calibri"/>
                  <a:sym typeface="Calibri"/>
                </a:endParaRPr>
              </a:p>
            </p:txBody>
          </p:sp>
          <p:sp>
            <p:nvSpPr>
              <p:cNvPr id="156" name="Google Shape;156;p8"/>
              <p:cNvSpPr/>
              <p:nvPr/>
            </p:nvSpPr>
            <p:spPr>
              <a:xfrm>
                <a:off x="1661374" y="804929"/>
                <a:ext cx="1906200" cy="1906200"/>
              </a:xfrm>
              <a:prstGeom prst="ellipse">
                <a:avLst/>
              </a:prstGeom>
              <a:solidFill>
                <a:srgbClr val="E7E6E6"/>
              </a:solidFill>
              <a:ln>
                <a:noFill/>
              </a:ln>
            </p:spPr>
            <p:txBody>
              <a:bodyPr anchorCtr="0" anchor="ctr" bIns="34275" lIns="68575" spcFirstLastPara="1" rIns="68575" wrap="square" tIns="34275">
                <a:noAutofit/>
              </a:bodyPr>
              <a:lstStyle/>
              <a:p>
                <a:pPr indent="0" lvl="0" marL="0" marR="0" rtl="0" algn="ctr">
                  <a:lnSpc>
                    <a:spcPct val="100000"/>
                  </a:lnSpc>
                  <a:spcBef>
                    <a:spcPts val="0"/>
                  </a:spcBef>
                  <a:spcAft>
                    <a:spcPts val="0"/>
                  </a:spcAft>
                  <a:buClr>
                    <a:srgbClr val="000000"/>
                  </a:buClr>
                  <a:buSzPts val="2100"/>
                  <a:buFont typeface="Arial"/>
                  <a:buNone/>
                </a:pPr>
                <a:r>
                  <a:rPr b="1" i="0" lang="fr" sz="2100" u="none" cap="none" strike="noStrike">
                    <a:solidFill>
                      <a:srgbClr val="1A98DD"/>
                    </a:solidFill>
                    <a:latin typeface="Calibri"/>
                    <a:ea typeface="Calibri"/>
                    <a:cs typeface="Calibri"/>
                    <a:sym typeface="Calibri"/>
                  </a:rPr>
                  <a:t>03</a:t>
                </a:r>
                <a:endParaRPr b="1" i="0" sz="2100" u="none" cap="none" strike="noStrike">
                  <a:solidFill>
                    <a:srgbClr val="1A98DD"/>
                  </a:solidFill>
                  <a:latin typeface="Calibri"/>
                  <a:ea typeface="Calibri"/>
                  <a:cs typeface="Calibri"/>
                  <a:sym typeface="Calibri"/>
                </a:endParaRPr>
              </a:p>
            </p:txBody>
          </p:sp>
        </p:grpSp>
        <p:sp>
          <p:nvSpPr>
            <p:cNvPr id="157" name="Google Shape;157;p8"/>
            <p:cNvSpPr txBox="1"/>
            <p:nvPr/>
          </p:nvSpPr>
          <p:spPr>
            <a:xfrm>
              <a:off x="1354371" y="1511239"/>
              <a:ext cx="2437800" cy="984300"/>
            </a:xfrm>
            <a:prstGeom prst="rect">
              <a:avLst/>
            </a:prstGeom>
            <a:noFill/>
            <a:ln>
              <a:noFill/>
            </a:ln>
          </p:spPr>
          <p:txBody>
            <a:bodyPr anchorCtr="0" anchor="ctr" bIns="34275" lIns="68575" spcFirstLastPara="1" rIns="68575" wrap="square" tIns="34275">
              <a:spAutoFit/>
            </a:bodyPr>
            <a:lstStyle/>
            <a:p>
              <a:pPr indent="0" lvl="0" marL="0" marR="0" rtl="0" algn="ctr">
                <a:lnSpc>
                  <a:spcPct val="100000"/>
                </a:lnSpc>
                <a:spcBef>
                  <a:spcPts val="0"/>
                </a:spcBef>
                <a:spcAft>
                  <a:spcPts val="0"/>
                </a:spcAft>
                <a:buClr>
                  <a:srgbClr val="000000"/>
                </a:buClr>
                <a:buSzPts val="1700"/>
                <a:buFont typeface="Arial"/>
                <a:buNone/>
              </a:pPr>
              <a:br>
                <a:rPr b="1" i="0" lang="fr" sz="1700" u="none" cap="none" strike="noStrike">
                  <a:solidFill>
                    <a:schemeClr val="lt1"/>
                  </a:solidFill>
                  <a:latin typeface="Nunito"/>
                  <a:ea typeface="Nunito"/>
                  <a:cs typeface="Nunito"/>
                  <a:sym typeface="Nunito"/>
                </a:rPr>
              </a:br>
              <a:r>
                <a:rPr b="1" i="0" lang="fr" sz="1700" u="none" cap="none" strike="noStrike">
                  <a:solidFill>
                    <a:schemeClr val="lt1"/>
                  </a:solidFill>
                  <a:latin typeface="Nunito"/>
                  <a:ea typeface="Nunito"/>
                  <a:cs typeface="Nunito"/>
                  <a:sym typeface="Nunito"/>
                </a:rPr>
                <a:t>Capacité limitée des outils existants</a:t>
              </a:r>
              <a:endParaRPr b="1" i="0" sz="1700" u="none" cap="none" strike="noStrike">
                <a:solidFill>
                  <a:schemeClr val="lt1"/>
                </a:solidFill>
                <a:latin typeface="Nunito"/>
                <a:ea typeface="Nunito"/>
                <a:cs typeface="Nunito"/>
                <a:sym typeface="Nunito"/>
              </a:endParaRPr>
            </a:p>
            <a:p>
              <a:pPr indent="0" lvl="0" marL="0" marR="0" rtl="0" algn="ctr">
                <a:lnSpc>
                  <a:spcPct val="100000"/>
                </a:lnSpc>
                <a:spcBef>
                  <a:spcPts val="0"/>
                </a:spcBef>
                <a:spcAft>
                  <a:spcPts val="0"/>
                </a:spcAft>
                <a:buClr>
                  <a:srgbClr val="000000"/>
                </a:buClr>
                <a:buSzPts val="1400"/>
                <a:buFont typeface="Arial"/>
                <a:buNone/>
              </a:pPr>
              <a:r>
                <a:t/>
              </a:r>
              <a:endParaRPr b="1" i="0" sz="1700" u="none" cap="none" strike="noStrike">
                <a:solidFill>
                  <a:srgbClr val="FFFFFF"/>
                </a:solidFill>
                <a:latin typeface="Nunito"/>
                <a:ea typeface="Nunito"/>
                <a:cs typeface="Nunito"/>
                <a:sym typeface="Nunito"/>
              </a:endParaRPr>
            </a:p>
          </p:txBody>
        </p:sp>
      </p:grpSp>
      <p:sp>
        <p:nvSpPr>
          <p:cNvPr id="158" name="Google Shape;158;p8"/>
          <p:cNvSpPr txBox="1"/>
          <p:nvPr/>
        </p:nvSpPr>
        <p:spPr>
          <a:xfrm>
            <a:off x="5325975" y="923775"/>
            <a:ext cx="3627300" cy="969300"/>
          </a:xfrm>
          <a:prstGeom prst="rect">
            <a:avLst/>
          </a:prstGeom>
          <a:noFill/>
          <a:ln>
            <a:noFill/>
          </a:ln>
        </p:spPr>
        <p:txBody>
          <a:bodyPr anchorCtr="0" anchor="t" bIns="91425" lIns="91425" spcFirstLastPara="1" rIns="91425" wrap="square" tIns="91425">
            <a:noAutofit/>
          </a:bodyPr>
          <a:lstStyle/>
          <a:p>
            <a:pPr indent="0" lvl="0" marL="0" rtl="0" algn="just">
              <a:spcBef>
                <a:spcPts val="0"/>
              </a:spcBef>
              <a:spcAft>
                <a:spcPts val="0"/>
              </a:spcAft>
              <a:buNone/>
            </a:pPr>
            <a:r>
              <a:rPr lang="fr" sz="1300">
                <a:latin typeface="Roboto Slab"/>
                <a:ea typeface="Roboto Slab"/>
                <a:cs typeface="Roboto Slab"/>
                <a:sym typeface="Roboto Slab"/>
              </a:rPr>
              <a:t>Les défis que nous rencontrons avec la langue Yemba incluent plusieurs limitations pour sa</a:t>
            </a:r>
            <a:endParaRPr sz="1300">
              <a:latin typeface="Roboto Slab"/>
              <a:ea typeface="Roboto Slab"/>
              <a:cs typeface="Roboto Slab"/>
              <a:sym typeface="Roboto Slab"/>
            </a:endParaRPr>
          </a:p>
          <a:p>
            <a:pPr indent="0" lvl="0" marL="0" rtl="0" algn="just">
              <a:spcBef>
                <a:spcPts val="0"/>
              </a:spcBef>
              <a:spcAft>
                <a:spcPts val="0"/>
              </a:spcAft>
              <a:buNone/>
            </a:pPr>
            <a:r>
              <a:rPr lang="fr" sz="1300">
                <a:latin typeface="Roboto Slab"/>
                <a:ea typeface="Roboto Slab"/>
                <a:cs typeface="Roboto Slab"/>
                <a:sym typeface="Roboto Slab"/>
              </a:rPr>
              <a:t>reconnaissance automatique.</a:t>
            </a:r>
            <a:endParaRPr sz="3200">
              <a:solidFill>
                <a:schemeClr val="dk1"/>
              </a:solidFill>
              <a:latin typeface="Roboto Slab"/>
              <a:ea typeface="Roboto Slab"/>
              <a:cs typeface="Roboto Slab"/>
              <a:sym typeface="Roboto Slab"/>
            </a:endParaRPr>
          </a:p>
        </p:txBody>
      </p:sp>
    </p:spTree>
  </p:cSld>
  <p:clrMapOvr>
    <a:masterClrMapping/>
  </p:clrMapOvr>
  <p:transition spd="med">
    <p:fade thruBlk="1"/>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43"/>
                                        </p:tgtEl>
                                        <p:attrNameLst>
                                          <p:attrName>style.visibility</p:attrName>
                                        </p:attrNameLst>
                                      </p:cBhvr>
                                      <p:to>
                                        <p:strVal val="visible"/>
                                      </p:to>
                                    </p:set>
                                    <p:anim calcmode="lin" valueType="num">
                                      <p:cBhvr additive="base">
                                        <p:cTn dur="1000"/>
                                        <p:tgtEl>
                                          <p:spTgt spid="143"/>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48"/>
                                        </p:tgtEl>
                                        <p:attrNameLst>
                                          <p:attrName>style.visibility</p:attrName>
                                        </p:attrNameLst>
                                      </p:cBhvr>
                                      <p:to>
                                        <p:strVal val="visible"/>
                                      </p:to>
                                    </p:set>
                                    <p:anim calcmode="lin" valueType="num">
                                      <p:cBhvr additive="base">
                                        <p:cTn dur="1000"/>
                                        <p:tgtEl>
                                          <p:spTgt spid="148"/>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53"/>
                                        </p:tgtEl>
                                        <p:attrNameLst>
                                          <p:attrName>style.visibility</p:attrName>
                                        </p:attrNameLst>
                                      </p:cBhvr>
                                      <p:to>
                                        <p:strVal val="visible"/>
                                      </p:to>
                                    </p:set>
                                    <p:anim calcmode="lin" valueType="num">
                                      <p:cBhvr additive="base">
                                        <p:cTn dur="1000"/>
                                        <p:tgtEl>
                                          <p:spTgt spid="153"/>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62" name="Shape 162"/>
        <p:cNvGrpSpPr/>
        <p:nvPr/>
      </p:nvGrpSpPr>
      <p:grpSpPr>
        <a:xfrm>
          <a:off x="0" y="0"/>
          <a:ext cx="0" cy="0"/>
          <a:chOff x="0" y="0"/>
          <a:chExt cx="0" cy="0"/>
        </a:xfrm>
      </p:grpSpPr>
      <p:sp>
        <p:nvSpPr>
          <p:cNvPr id="163" name="Google Shape;163;p9"/>
          <p:cNvSpPr txBox="1"/>
          <p:nvPr>
            <p:ph idx="12" type="sldNum"/>
          </p:nvPr>
        </p:nvSpPr>
        <p:spPr>
          <a:xfrm>
            <a:off x="8404384" y="4749851"/>
            <a:ext cx="548700" cy="3936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1300"/>
              <a:buNone/>
            </a:pPr>
            <a:fld id="{00000000-1234-1234-1234-123412341234}" type="slidenum">
              <a:rPr lang="fr"/>
              <a:t>‹#›</a:t>
            </a:fld>
            <a:endParaRPr/>
          </a:p>
        </p:txBody>
      </p:sp>
      <p:sp>
        <p:nvSpPr>
          <p:cNvPr id="164" name="Google Shape;164;p9"/>
          <p:cNvSpPr txBox="1"/>
          <p:nvPr/>
        </p:nvSpPr>
        <p:spPr>
          <a:xfrm>
            <a:off x="907725" y="1759600"/>
            <a:ext cx="7556400" cy="2355000"/>
          </a:xfrm>
          <a:prstGeom prst="rect">
            <a:avLst/>
          </a:prstGeom>
          <a:solidFill>
            <a:srgbClr val="9DCEDF"/>
          </a:solidFill>
          <a:ln>
            <a:noFill/>
          </a:ln>
        </p:spPr>
        <p:txBody>
          <a:bodyPr anchorCtr="0" anchor="t" bIns="45700" lIns="91425" spcFirstLastPara="1" rIns="91425" wrap="square" tIns="45700">
            <a:spAutoFit/>
          </a:bodyPr>
          <a:lstStyle/>
          <a:p>
            <a:pPr indent="0" lvl="0" marL="0" marR="0" rtl="0" algn="ctr">
              <a:lnSpc>
                <a:spcPct val="150000"/>
              </a:lnSpc>
              <a:spcBef>
                <a:spcPts val="0"/>
              </a:spcBef>
              <a:spcAft>
                <a:spcPts val="0"/>
              </a:spcAft>
              <a:buClr>
                <a:srgbClr val="000000"/>
              </a:buClr>
              <a:buSzPts val="2100"/>
              <a:buFont typeface="Arial"/>
              <a:buNone/>
            </a:pPr>
            <a:r>
              <a:rPr b="0" i="0" lang="fr" sz="2100" u="none" cap="none" strike="noStrike">
                <a:solidFill>
                  <a:schemeClr val="dk1"/>
                </a:solidFill>
                <a:latin typeface="Roboto Slab"/>
                <a:ea typeface="Roboto Slab"/>
                <a:cs typeface="Roboto Slab"/>
                <a:sym typeface="Roboto Slab"/>
              </a:rPr>
              <a:t>En quoi les GNNs offrent-ils une meilleure représentation des données pour la reconnaissance automatique de la parole en langue Yemba, dans le cadre de son apprentissage à l’école primaire ?</a:t>
            </a:r>
            <a:endParaRPr b="0" i="0" sz="2100" u="none" cap="none" strike="noStrike">
              <a:solidFill>
                <a:schemeClr val="dk1"/>
              </a:solidFill>
              <a:latin typeface="Roboto Slab"/>
              <a:ea typeface="Roboto Slab"/>
              <a:cs typeface="Roboto Slab"/>
              <a:sym typeface="Roboto Slab"/>
            </a:endParaRPr>
          </a:p>
          <a:p>
            <a:pPr indent="0" lvl="0" marL="0" marR="0" rtl="0" algn="just">
              <a:lnSpc>
                <a:spcPct val="150000"/>
              </a:lnSpc>
              <a:spcBef>
                <a:spcPts val="0"/>
              </a:spcBef>
              <a:spcAft>
                <a:spcPts val="0"/>
              </a:spcAft>
              <a:buClr>
                <a:srgbClr val="000000"/>
              </a:buClr>
              <a:buSzPts val="2100"/>
              <a:buFont typeface="Arial"/>
              <a:buNone/>
            </a:pPr>
            <a:r>
              <a:t/>
            </a:r>
            <a:endParaRPr b="1" i="0" sz="2100" u="none" cap="none" strike="noStrike">
              <a:solidFill>
                <a:schemeClr val="dk1"/>
              </a:solidFill>
              <a:latin typeface="Nunito"/>
              <a:ea typeface="Nunito"/>
              <a:cs typeface="Nunito"/>
              <a:sym typeface="Nunito"/>
            </a:endParaRPr>
          </a:p>
        </p:txBody>
      </p:sp>
      <p:sp>
        <p:nvSpPr>
          <p:cNvPr id="165" name="Google Shape;165;p9"/>
          <p:cNvSpPr/>
          <p:nvPr/>
        </p:nvSpPr>
        <p:spPr>
          <a:xfrm>
            <a:off x="907727" y="123478"/>
            <a:ext cx="6984900" cy="611700"/>
          </a:xfrm>
          <a:prstGeom prst="snip2DiagRect">
            <a:avLst>
              <a:gd fmla="val 0" name="adj1"/>
              <a:gd fmla="val 16667" name="adj2"/>
            </a:avLst>
          </a:prstGeom>
          <a:gradFill>
            <a:gsLst>
              <a:gs pos="0">
                <a:srgbClr val="0075E5"/>
              </a:gs>
              <a:gs pos="100000">
                <a:srgbClr val="04325F"/>
              </a:gs>
            </a:gsLst>
            <a:path path="circle">
              <a:fillToRect b="50%" l="50%" r="50%" t="50%"/>
            </a:path>
            <a:tileRect/>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166" name="Google Shape;166;p9"/>
          <p:cNvSpPr txBox="1"/>
          <p:nvPr/>
        </p:nvSpPr>
        <p:spPr>
          <a:xfrm>
            <a:off x="2195736" y="0"/>
            <a:ext cx="6246900" cy="8268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accent1"/>
              </a:buClr>
              <a:buSzPts val="2000"/>
              <a:buFont typeface="Roboto Slab"/>
              <a:buNone/>
            </a:pPr>
            <a:r>
              <a:rPr b="1" i="0" lang="fr" sz="2000" u="none" cap="none" strike="noStrike">
                <a:solidFill>
                  <a:schemeClr val="lt1"/>
                </a:solidFill>
                <a:latin typeface="Roboto Slab"/>
                <a:ea typeface="Roboto Slab"/>
                <a:cs typeface="Roboto Slab"/>
                <a:sym typeface="Roboto Slab"/>
              </a:rPr>
              <a:t>1.   INTRODUCTION</a:t>
            </a:r>
            <a:endParaRPr b="0" i="0" sz="1400" u="none" cap="none" strike="noStrike">
              <a:solidFill>
                <a:schemeClr val="lt1"/>
              </a:solidFill>
              <a:latin typeface="Arial"/>
              <a:ea typeface="Arial"/>
              <a:cs typeface="Arial"/>
              <a:sym typeface="Arial"/>
            </a:endParaRPr>
          </a:p>
        </p:txBody>
      </p:sp>
    </p:spTree>
  </p:cSld>
  <p:clrMapOvr>
    <a:masterClrMapping/>
  </p:clrMapOvr>
  <p:transition spd="med">
    <p:fade thruBlk="1"/>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170" name="Shape 170"/>
        <p:cNvGrpSpPr/>
        <p:nvPr/>
      </p:nvGrpSpPr>
      <p:grpSpPr>
        <a:xfrm>
          <a:off x="0" y="0"/>
          <a:ext cx="0" cy="0"/>
          <a:chOff x="0" y="0"/>
          <a:chExt cx="0" cy="0"/>
        </a:xfrm>
      </p:grpSpPr>
      <p:sp>
        <p:nvSpPr>
          <p:cNvPr id="171" name="Google Shape;171;p10"/>
          <p:cNvSpPr txBox="1"/>
          <p:nvPr>
            <p:ph idx="12" type="sldNum"/>
          </p:nvPr>
        </p:nvSpPr>
        <p:spPr>
          <a:xfrm>
            <a:off x="8404384" y="4749851"/>
            <a:ext cx="548700" cy="3936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1300"/>
              <a:buNone/>
            </a:pPr>
            <a:fld id="{00000000-1234-1234-1234-123412341234}" type="slidenum">
              <a:rPr lang="fr"/>
              <a:t>‹#›</a:t>
            </a:fld>
            <a:endParaRPr/>
          </a:p>
        </p:txBody>
      </p:sp>
      <p:sp>
        <p:nvSpPr>
          <p:cNvPr id="172" name="Google Shape;172;p10"/>
          <p:cNvSpPr/>
          <p:nvPr/>
        </p:nvSpPr>
        <p:spPr>
          <a:xfrm>
            <a:off x="907727" y="123478"/>
            <a:ext cx="6984900" cy="611700"/>
          </a:xfrm>
          <a:prstGeom prst="snip2DiagRect">
            <a:avLst>
              <a:gd fmla="val 0" name="adj1"/>
              <a:gd fmla="val 16667" name="adj2"/>
            </a:avLst>
          </a:prstGeom>
          <a:gradFill>
            <a:gsLst>
              <a:gs pos="0">
                <a:srgbClr val="0075E5"/>
              </a:gs>
              <a:gs pos="100000">
                <a:srgbClr val="04325F"/>
              </a:gs>
            </a:gsLst>
            <a:path path="circle">
              <a:fillToRect b="50%" l="50%" r="50%" t="50%"/>
            </a:path>
            <a:tileRect/>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173" name="Google Shape;173;p10"/>
          <p:cNvSpPr txBox="1"/>
          <p:nvPr/>
        </p:nvSpPr>
        <p:spPr>
          <a:xfrm>
            <a:off x="2195736" y="0"/>
            <a:ext cx="6246900" cy="8268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accent1"/>
              </a:buClr>
              <a:buSzPts val="2000"/>
              <a:buFont typeface="Roboto Slab"/>
              <a:buNone/>
            </a:pPr>
            <a:r>
              <a:rPr b="1" i="0" lang="fr" sz="2000" u="none" cap="none" strike="noStrike">
                <a:solidFill>
                  <a:schemeClr val="lt1"/>
                </a:solidFill>
                <a:latin typeface="Roboto Slab"/>
                <a:ea typeface="Roboto Slab"/>
                <a:cs typeface="Roboto Slab"/>
                <a:sym typeface="Roboto Slab"/>
              </a:rPr>
              <a:t>1.   INTRODUCTION</a:t>
            </a:r>
            <a:endParaRPr b="0" i="0" sz="1400" u="none" cap="none" strike="noStrike">
              <a:solidFill>
                <a:schemeClr val="lt1"/>
              </a:solidFill>
              <a:latin typeface="Arial"/>
              <a:ea typeface="Arial"/>
              <a:cs typeface="Arial"/>
              <a:sym typeface="Arial"/>
            </a:endParaRPr>
          </a:p>
        </p:txBody>
      </p:sp>
      <p:grpSp>
        <p:nvGrpSpPr>
          <p:cNvPr id="174" name="Google Shape;174;p10"/>
          <p:cNvGrpSpPr/>
          <p:nvPr/>
        </p:nvGrpSpPr>
        <p:grpSpPr>
          <a:xfrm>
            <a:off x="907825" y="1571975"/>
            <a:ext cx="7751854" cy="611700"/>
            <a:chOff x="1957305" y="1254125"/>
            <a:chExt cx="5859300" cy="611700"/>
          </a:xfrm>
        </p:grpSpPr>
        <p:sp>
          <p:nvSpPr>
            <p:cNvPr id="175" name="Google Shape;175;p10"/>
            <p:cNvSpPr/>
            <p:nvPr/>
          </p:nvSpPr>
          <p:spPr>
            <a:xfrm>
              <a:off x="1957305" y="1254125"/>
              <a:ext cx="5859300" cy="611700"/>
            </a:xfrm>
            <a:prstGeom prst="roundRect">
              <a:avLst>
                <a:gd fmla="val 16667" name="adj"/>
              </a:avLst>
            </a:prstGeom>
            <a:solidFill>
              <a:srgbClr val="C7ED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Roboto Slab"/>
                <a:ea typeface="Roboto Slab"/>
                <a:cs typeface="Roboto Slab"/>
                <a:sym typeface="Roboto Slab"/>
              </a:endParaRPr>
            </a:p>
            <a:p>
              <a:pPr indent="457200" lvl="0" marL="457200" marR="0" rtl="0" algn="l">
                <a:lnSpc>
                  <a:spcPct val="100000"/>
                </a:lnSpc>
                <a:spcBef>
                  <a:spcPts val="0"/>
                </a:spcBef>
                <a:spcAft>
                  <a:spcPts val="0"/>
                </a:spcAft>
                <a:buClr>
                  <a:srgbClr val="000000"/>
                </a:buClr>
                <a:buSzPts val="1400"/>
                <a:buFont typeface="Arial"/>
                <a:buNone/>
              </a:pPr>
              <a:r>
                <a:rPr b="0" i="0" lang="fr" sz="1400" u="none" cap="none" strike="noStrike">
                  <a:solidFill>
                    <a:schemeClr val="dk1"/>
                  </a:solidFill>
                  <a:latin typeface="Roboto Slab"/>
                  <a:ea typeface="Roboto Slab"/>
                  <a:cs typeface="Roboto Slab"/>
                  <a:sym typeface="Roboto Slab"/>
                </a:rPr>
                <a:t>Elaborer un protocole de collecte de données et collecter ces données pour fournir une base nécessaire au développement de l’outil ASR.</a:t>
              </a:r>
              <a:endParaRPr b="0" i="0" sz="1400" u="none" cap="none" strike="noStrike">
                <a:solidFill>
                  <a:schemeClr val="dk1"/>
                </a:solidFill>
                <a:latin typeface="Roboto Slab"/>
                <a:ea typeface="Roboto Slab"/>
                <a:cs typeface="Roboto Slab"/>
                <a:sym typeface="Roboto Slab"/>
              </a:endParaRPr>
            </a:p>
            <a:p>
              <a:pPr indent="0" lvl="0" marL="0" marR="0" rtl="0" algn="ctr">
                <a:lnSpc>
                  <a:spcPct val="100000"/>
                </a:lnSpc>
                <a:spcBef>
                  <a:spcPts val="0"/>
                </a:spcBef>
                <a:spcAft>
                  <a:spcPts val="0"/>
                </a:spcAft>
                <a:buClr>
                  <a:srgbClr val="000000"/>
                </a:buClr>
                <a:buSzPts val="1600"/>
                <a:buFont typeface="Arial"/>
                <a:buNone/>
              </a:pPr>
              <a:r>
                <a:t/>
              </a:r>
              <a:endParaRPr b="0" i="0" sz="1400" u="none" cap="none" strike="noStrike">
                <a:solidFill>
                  <a:schemeClr val="dk1"/>
                </a:solidFill>
                <a:latin typeface="Roboto Slab"/>
                <a:ea typeface="Roboto Slab"/>
                <a:cs typeface="Roboto Slab"/>
                <a:sym typeface="Roboto Slab"/>
              </a:endParaRPr>
            </a:p>
          </p:txBody>
        </p:sp>
        <p:sp>
          <p:nvSpPr>
            <p:cNvPr id="176" name="Google Shape;176;p10"/>
            <p:cNvSpPr/>
            <p:nvPr/>
          </p:nvSpPr>
          <p:spPr>
            <a:xfrm>
              <a:off x="2011927" y="1285175"/>
              <a:ext cx="297000" cy="338700"/>
            </a:xfrm>
            <a:prstGeom prst="ellipse">
              <a:avLst/>
            </a:prstGeom>
            <a:solidFill>
              <a:schemeClr val="lt1"/>
            </a:solidFill>
            <a:ln cap="flat" cmpd="sng" w="254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200"/>
                <a:buFont typeface="Arial"/>
                <a:buNone/>
              </a:pPr>
              <a:r>
                <a:rPr b="1" i="0" lang="fr" sz="1200" u="none" cap="none" strike="noStrike">
                  <a:solidFill>
                    <a:srgbClr val="002951"/>
                  </a:solidFill>
                  <a:latin typeface="Roboto Slab"/>
                  <a:ea typeface="Roboto Slab"/>
                  <a:cs typeface="Roboto Slab"/>
                  <a:sym typeface="Roboto Slab"/>
                </a:rPr>
                <a:t>1</a:t>
              </a:r>
              <a:endParaRPr b="0" i="0" sz="1400" u="none" cap="none" strike="noStrike">
                <a:solidFill>
                  <a:srgbClr val="000000"/>
                </a:solidFill>
                <a:latin typeface="Arial"/>
                <a:ea typeface="Arial"/>
                <a:cs typeface="Arial"/>
                <a:sym typeface="Arial"/>
              </a:endParaRPr>
            </a:p>
          </p:txBody>
        </p:sp>
      </p:grpSp>
      <p:grpSp>
        <p:nvGrpSpPr>
          <p:cNvPr id="177" name="Google Shape;177;p10"/>
          <p:cNvGrpSpPr/>
          <p:nvPr/>
        </p:nvGrpSpPr>
        <p:grpSpPr>
          <a:xfrm>
            <a:off x="907725" y="2765850"/>
            <a:ext cx="7751736" cy="720000"/>
            <a:chOff x="914484" y="1664538"/>
            <a:chExt cx="7440000" cy="720000"/>
          </a:xfrm>
        </p:grpSpPr>
        <p:sp>
          <p:nvSpPr>
            <p:cNvPr id="178" name="Google Shape;178;p10"/>
            <p:cNvSpPr/>
            <p:nvPr/>
          </p:nvSpPr>
          <p:spPr>
            <a:xfrm>
              <a:off x="914484" y="1664538"/>
              <a:ext cx="7440000" cy="720000"/>
            </a:xfrm>
            <a:prstGeom prst="roundRect">
              <a:avLst>
                <a:gd fmla="val 16667" name="adj"/>
              </a:avLst>
            </a:prstGeom>
            <a:solidFill>
              <a:srgbClr val="C7EDF0"/>
            </a:solidFill>
            <a:ln>
              <a:noFill/>
            </a:ln>
          </p:spPr>
          <p:txBody>
            <a:bodyPr anchorCtr="0" anchor="ctr" bIns="45700" lIns="91425" spcFirstLastPara="1" rIns="91425" wrap="square" tIns="45700">
              <a:noAutofit/>
            </a:bodyPr>
            <a:lstStyle/>
            <a:p>
              <a:pPr indent="457200" lvl="0" marL="0" marR="0" rtl="0" algn="l">
                <a:lnSpc>
                  <a:spcPct val="100000"/>
                </a:lnSpc>
                <a:spcBef>
                  <a:spcPts val="0"/>
                </a:spcBef>
                <a:spcAft>
                  <a:spcPts val="0"/>
                </a:spcAft>
                <a:buClr>
                  <a:srgbClr val="000000"/>
                </a:buClr>
                <a:buSzPts val="1400"/>
                <a:buFont typeface="Arial"/>
                <a:buNone/>
              </a:pPr>
              <a:r>
                <a:rPr b="0" i="0" lang="fr" sz="1400" u="none" cap="none" strike="noStrike">
                  <a:solidFill>
                    <a:schemeClr val="dk1"/>
                  </a:solidFill>
                  <a:latin typeface="Roboto Slab"/>
                  <a:ea typeface="Roboto Slab"/>
                  <a:cs typeface="Roboto Slab"/>
                  <a:sym typeface="Roboto Slab"/>
                </a:rPr>
                <a:t>Utiliser les données recueillies pour configurer et entraîner un outil de  reconnaissance automatique de la parole.</a:t>
              </a:r>
              <a:endParaRPr b="0" i="0" sz="1400" u="none" cap="none" strike="noStrike">
                <a:solidFill>
                  <a:schemeClr val="dk1"/>
                </a:solidFill>
                <a:latin typeface="Roboto Slab"/>
                <a:ea typeface="Roboto Slab"/>
                <a:cs typeface="Roboto Slab"/>
                <a:sym typeface="Roboto Slab"/>
              </a:endParaRPr>
            </a:p>
          </p:txBody>
        </p:sp>
        <p:sp>
          <p:nvSpPr>
            <p:cNvPr id="179" name="Google Shape;179;p10"/>
            <p:cNvSpPr/>
            <p:nvPr/>
          </p:nvSpPr>
          <p:spPr>
            <a:xfrm>
              <a:off x="996590" y="1680713"/>
              <a:ext cx="332700" cy="338700"/>
            </a:xfrm>
            <a:prstGeom prst="ellipse">
              <a:avLst/>
            </a:prstGeom>
            <a:solidFill>
              <a:schemeClr val="lt1"/>
            </a:solidFill>
            <a:ln cap="flat" cmpd="sng" w="254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200"/>
                <a:buFont typeface="Arial"/>
                <a:buNone/>
              </a:pPr>
              <a:r>
                <a:rPr b="1" i="0" lang="fr" sz="1200" u="none" cap="none" strike="noStrike">
                  <a:solidFill>
                    <a:srgbClr val="002951"/>
                  </a:solidFill>
                  <a:latin typeface="Roboto Slab"/>
                  <a:ea typeface="Roboto Slab"/>
                  <a:cs typeface="Roboto Slab"/>
                  <a:sym typeface="Roboto Slab"/>
                </a:rPr>
                <a:t>2</a:t>
              </a:r>
              <a:endParaRPr b="0" i="0" sz="1400" u="none" cap="none" strike="noStrike">
                <a:solidFill>
                  <a:srgbClr val="000000"/>
                </a:solidFill>
                <a:latin typeface="Arial"/>
                <a:ea typeface="Arial"/>
                <a:cs typeface="Arial"/>
                <a:sym typeface="Arial"/>
              </a:endParaRPr>
            </a:p>
          </p:txBody>
        </p:sp>
      </p:grpSp>
      <p:grpSp>
        <p:nvGrpSpPr>
          <p:cNvPr id="180" name="Google Shape;180;p10"/>
          <p:cNvGrpSpPr/>
          <p:nvPr/>
        </p:nvGrpSpPr>
        <p:grpSpPr>
          <a:xfrm>
            <a:off x="907850" y="3796400"/>
            <a:ext cx="7751700" cy="757950"/>
            <a:chOff x="584775" y="2540625"/>
            <a:chExt cx="7751700" cy="757950"/>
          </a:xfrm>
        </p:grpSpPr>
        <p:sp>
          <p:nvSpPr>
            <p:cNvPr id="181" name="Google Shape;181;p10"/>
            <p:cNvSpPr/>
            <p:nvPr/>
          </p:nvSpPr>
          <p:spPr>
            <a:xfrm>
              <a:off x="584775" y="2578575"/>
              <a:ext cx="7751700" cy="720000"/>
            </a:xfrm>
            <a:prstGeom prst="roundRect">
              <a:avLst>
                <a:gd fmla="val 16667" name="adj"/>
              </a:avLst>
            </a:prstGeom>
            <a:solidFill>
              <a:srgbClr val="C7ED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Roboto Slab"/>
                <a:ea typeface="Roboto Slab"/>
                <a:cs typeface="Roboto Slab"/>
                <a:sym typeface="Roboto Slab"/>
              </a:endParaRPr>
            </a:p>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Roboto Slab"/>
                <a:ea typeface="Roboto Slab"/>
                <a:cs typeface="Roboto Slab"/>
                <a:sym typeface="Roboto Slab"/>
              </a:endParaRPr>
            </a:p>
            <a:p>
              <a:pPr indent="0" lvl="0" marL="0" marR="0" rtl="0" algn="ctr">
                <a:lnSpc>
                  <a:spcPct val="100000"/>
                </a:lnSpc>
                <a:spcBef>
                  <a:spcPts val="0"/>
                </a:spcBef>
                <a:spcAft>
                  <a:spcPts val="0"/>
                </a:spcAft>
                <a:buClr>
                  <a:srgbClr val="000000"/>
                </a:buClr>
                <a:buSzPts val="1400"/>
                <a:buFont typeface="Arial"/>
                <a:buNone/>
              </a:pPr>
              <a:r>
                <a:rPr b="0" i="0" lang="fr" sz="1400" u="none" cap="none" strike="noStrike">
                  <a:solidFill>
                    <a:schemeClr val="dk1"/>
                  </a:solidFill>
                  <a:latin typeface="Roboto Slab"/>
                  <a:ea typeface="Roboto Slab"/>
                  <a:cs typeface="Roboto Slab"/>
                  <a:sym typeface="Roboto Slab"/>
                </a:rPr>
                <a:t>Améliorer les prédictions de cet outil sur nos données en Yemba grâce aux réseaux de</a:t>
              </a:r>
              <a:endParaRPr b="0" i="0" sz="1400" u="none" cap="none" strike="noStrike">
                <a:solidFill>
                  <a:schemeClr val="dk1"/>
                </a:solidFill>
                <a:latin typeface="Roboto Slab"/>
                <a:ea typeface="Roboto Slab"/>
                <a:cs typeface="Roboto Slab"/>
                <a:sym typeface="Roboto Slab"/>
              </a:endParaRPr>
            </a:p>
            <a:p>
              <a:pPr indent="0" lvl="0" marL="0" marR="0" rtl="0" algn="ctr">
                <a:lnSpc>
                  <a:spcPct val="100000"/>
                </a:lnSpc>
                <a:spcBef>
                  <a:spcPts val="0"/>
                </a:spcBef>
                <a:spcAft>
                  <a:spcPts val="0"/>
                </a:spcAft>
                <a:buClr>
                  <a:srgbClr val="000000"/>
                </a:buClr>
                <a:buSzPts val="1400"/>
                <a:buFont typeface="Arial"/>
                <a:buNone/>
              </a:pPr>
              <a:r>
                <a:rPr b="0" i="0" lang="fr" sz="1400" u="none" cap="none" strike="noStrike">
                  <a:solidFill>
                    <a:schemeClr val="dk1"/>
                  </a:solidFill>
                  <a:latin typeface="Roboto Slab"/>
                  <a:ea typeface="Roboto Slab"/>
                  <a:cs typeface="Roboto Slab"/>
                  <a:sym typeface="Roboto Slab"/>
                </a:rPr>
                <a:t>neurones graphes (GNNs).</a:t>
              </a:r>
              <a:endParaRPr b="0" i="0" sz="1400" u="none" cap="none" strike="noStrike">
                <a:solidFill>
                  <a:schemeClr val="dk1"/>
                </a:solidFill>
                <a:latin typeface="Roboto Slab"/>
                <a:ea typeface="Roboto Slab"/>
                <a:cs typeface="Roboto Slab"/>
                <a:sym typeface="Roboto Slab"/>
              </a:endParaRPr>
            </a:p>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Roboto Slab"/>
                <a:ea typeface="Roboto Slab"/>
                <a:cs typeface="Roboto Slab"/>
                <a:sym typeface="Roboto Slab"/>
              </a:endParaRPr>
            </a:p>
          </p:txBody>
        </p:sp>
        <p:sp>
          <p:nvSpPr>
            <p:cNvPr id="182" name="Google Shape;182;p10"/>
            <p:cNvSpPr/>
            <p:nvPr/>
          </p:nvSpPr>
          <p:spPr>
            <a:xfrm>
              <a:off x="679376" y="2540625"/>
              <a:ext cx="332700" cy="338700"/>
            </a:xfrm>
            <a:prstGeom prst="ellipse">
              <a:avLst/>
            </a:prstGeom>
            <a:solidFill>
              <a:schemeClr val="lt1"/>
            </a:solidFill>
            <a:ln cap="flat" cmpd="sng" w="25400">
              <a:solidFill>
                <a:schemeClr val="lt1"/>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200"/>
                <a:buFont typeface="Arial"/>
                <a:buNone/>
              </a:pPr>
              <a:r>
                <a:rPr b="1" i="0" lang="fr" sz="1200" u="none" cap="none" strike="noStrike">
                  <a:solidFill>
                    <a:srgbClr val="002951"/>
                  </a:solidFill>
                  <a:latin typeface="Roboto Slab"/>
                  <a:ea typeface="Roboto Slab"/>
                  <a:cs typeface="Roboto Slab"/>
                  <a:sym typeface="Roboto Slab"/>
                </a:rPr>
                <a:t>3</a:t>
              </a:r>
              <a:endParaRPr b="0" i="0" sz="1400" u="none" cap="none" strike="noStrike">
                <a:solidFill>
                  <a:srgbClr val="000000"/>
                </a:solidFill>
                <a:latin typeface="Arial"/>
                <a:ea typeface="Arial"/>
                <a:cs typeface="Arial"/>
                <a:sym typeface="Arial"/>
              </a:endParaRPr>
            </a:p>
          </p:txBody>
        </p:sp>
      </p:grpSp>
    </p:spTree>
  </p:cSld>
  <p:clrMapOvr>
    <a:masterClrMapping/>
  </p:clrMapOvr>
  <p:transition spd="med">
    <p:fade thruBlk="1"/>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74"/>
                                        </p:tgtEl>
                                        <p:attrNameLst>
                                          <p:attrName>style.visibility</p:attrName>
                                        </p:attrNameLst>
                                      </p:cBhvr>
                                      <p:to>
                                        <p:strVal val="visible"/>
                                      </p:to>
                                    </p:set>
                                    <p:anim calcmode="lin" valueType="num">
                                      <p:cBhvr additive="base">
                                        <p:cTn dur="1000"/>
                                        <p:tgtEl>
                                          <p:spTgt spid="174"/>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77"/>
                                        </p:tgtEl>
                                        <p:attrNameLst>
                                          <p:attrName>style.visibility</p:attrName>
                                        </p:attrNameLst>
                                      </p:cBhvr>
                                      <p:to>
                                        <p:strVal val="visible"/>
                                      </p:to>
                                    </p:set>
                                    <p:anim calcmode="lin" valueType="num">
                                      <p:cBhvr additive="base">
                                        <p:cTn dur="1000"/>
                                        <p:tgtEl>
                                          <p:spTgt spid="177"/>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180"/>
                                        </p:tgtEl>
                                        <p:attrNameLst>
                                          <p:attrName>style.visibility</p:attrName>
                                        </p:attrNameLst>
                                      </p:cBhvr>
                                      <p:to>
                                        <p:strVal val="visible"/>
                                      </p:to>
                                    </p:set>
                                    <p:anim calcmode="lin" valueType="num">
                                      <p:cBhvr additive="base">
                                        <p:cTn dur="1000"/>
                                        <p:tgtEl>
                                          <p:spTgt spid="180"/>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6" name="Shape 186"/>
        <p:cNvGrpSpPr/>
        <p:nvPr/>
      </p:nvGrpSpPr>
      <p:grpSpPr>
        <a:xfrm>
          <a:off x="0" y="0"/>
          <a:ext cx="0" cy="0"/>
          <a:chOff x="0" y="0"/>
          <a:chExt cx="0" cy="0"/>
        </a:xfrm>
      </p:grpSpPr>
      <p:sp>
        <p:nvSpPr>
          <p:cNvPr id="187" name="Google Shape;187;p11"/>
          <p:cNvSpPr/>
          <p:nvPr/>
        </p:nvSpPr>
        <p:spPr>
          <a:xfrm>
            <a:off x="755575" y="2067700"/>
            <a:ext cx="7648800" cy="824700"/>
          </a:xfrm>
          <a:prstGeom prst="snip2DiagRect">
            <a:avLst>
              <a:gd fmla="val 0" name="adj1"/>
              <a:gd fmla="val 16667" name="adj2"/>
            </a:avLst>
          </a:prstGeom>
          <a:gradFill>
            <a:gsLst>
              <a:gs pos="0">
                <a:srgbClr val="0075E5"/>
              </a:gs>
              <a:gs pos="100000">
                <a:srgbClr val="04325F"/>
              </a:gs>
            </a:gsLst>
            <a:path path="circle">
              <a:fillToRect b="50%" l="50%" r="50%" t="50%"/>
            </a:path>
            <a:tileRect/>
          </a:grad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4400"/>
              <a:buFont typeface="Arial"/>
              <a:buNone/>
            </a:pPr>
            <a:r>
              <a:rPr b="1" i="0" lang="fr" sz="2400" u="none" cap="none" strike="noStrike">
                <a:solidFill>
                  <a:schemeClr val="lt1"/>
                </a:solidFill>
                <a:latin typeface="Roboto Slab"/>
                <a:ea typeface="Roboto Slab"/>
                <a:cs typeface="Roboto Slab"/>
                <a:sym typeface="Roboto Slab"/>
              </a:rPr>
              <a:t>2.      GÉNÉRALITÉS </a:t>
            </a:r>
            <a:endParaRPr b="1" i="0" sz="2400" u="none" cap="none" strike="noStrike">
              <a:solidFill>
                <a:schemeClr val="lt1"/>
              </a:solidFill>
              <a:latin typeface="Roboto Slab"/>
              <a:ea typeface="Roboto Slab"/>
              <a:cs typeface="Roboto Slab"/>
              <a:sym typeface="Roboto Slab"/>
            </a:endParaRPr>
          </a:p>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188" name="Google Shape;188;p11"/>
          <p:cNvSpPr txBox="1"/>
          <p:nvPr>
            <p:ph idx="4294967295" type="sldNum"/>
          </p:nvPr>
        </p:nvSpPr>
        <p:spPr>
          <a:xfrm>
            <a:off x="8404384" y="4749851"/>
            <a:ext cx="548700" cy="3936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1300"/>
              <a:buNone/>
            </a:pPr>
            <a:fld id="{00000000-1234-1234-1234-123412341234}" type="slidenum">
              <a:rPr lang="fr"/>
              <a:t>‹#›</a:t>
            </a:fld>
            <a:endParaRPr/>
          </a:p>
        </p:txBody>
      </p:sp>
    </p:spTree>
  </p:cSld>
  <p:clrMapOvr>
    <a:masterClrMapping/>
  </p:clrMapOvr>
  <p:transition>
    <p:fade thruBlk="1"/>
  </p:transition>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 name="Shape 192"/>
        <p:cNvGrpSpPr/>
        <p:nvPr/>
      </p:nvGrpSpPr>
      <p:grpSpPr>
        <a:xfrm>
          <a:off x="0" y="0"/>
          <a:ext cx="0" cy="0"/>
          <a:chOff x="0" y="0"/>
          <a:chExt cx="0" cy="0"/>
        </a:xfrm>
      </p:grpSpPr>
      <p:sp>
        <p:nvSpPr>
          <p:cNvPr id="193" name="Google Shape;193;p13"/>
          <p:cNvSpPr/>
          <p:nvPr/>
        </p:nvSpPr>
        <p:spPr>
          <a:xfrm>
            <a:off x="1403648" y="123478"/>
            <a:ext cx="7128792" cy="523743"/>
          </a:xfrm>
          <a:prstGeom prst="snip2DiagRect">
            <a:avLst>
              <a:gd fmla="val 0" name="adj1"/>
              <a:gd fmla="val 16667" name="adj2"/>
            </a:avLst>
          </a:prstGeom>
          <a:gradFill>
            <a:gsLst>
              <a:gs pos="0">
                <a:srgbClr val="0075E5"/>
              </a:gs>
              <a:gs pos="100000">
                <a:srgbClr val="04325F"/>
              </a:gs>
            </a:gsLst>
            <a:lin ang="5400012"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194" name="Google Shape;194;p13"/>
          <p:cNvSpPr txBox="1"/>
          <p:nvPr>
            <p:ph idx="4294967295" type="sldNum"/>
          </p:nvPr>
        </p:nvSpPr>
        <p:spPr>
          <a:xfrm>
            <a:off x="8404384" y="4749851"/>
            <a:ext cx="548700" cy="3936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1300"/>
              <a:buNone/>
            </a:pPr>
            <a:fld id="{00000000-1234-1234-1234-123412341234}" type="slidenum">
              <a:rPr lang="fr"/>
              <a:t>‹#›</a:t>
            </a:fld>
            <a:endParaRPr/>
          </a:p>
        </p:txBody>
      </p:sp>
      <p:sp>
        <p:nvSpPr>
          <p:cNvPr id="195" name="Google Shape;195;p13"/>
          <p:cNvSpPr txBox="1"/>
          <p:nvPr>
            <p:ph idx="4294967295" type="ctrTitle"/>
          </p:nvPr>
        </p:nvSpPr>
        <p:spPr>
          <a:xfrm>
            <a:off x="1979712" y="-20538"/>
            <a:ext cx="6552600" cy="8268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accent1"/>
              </a:buClr>
              <a:buSzPts val="2000"/>
              <a:buFont typeface="Roboto Slab"/>
              <a:buNone/>
            </a:pPr>
            <a:r>
              <a:rPr b="1" i="0" lang="fr" sz="1800" u="none" cap="none" strike="noStrike">
                <a:solidFill>
                  <a:schemeClr val="dk1"/>
                </a:solidFill>
                <a:latin typeface="Roboto Slab"/>
                <a:ea typeface="Roboto Slab"/>
                <a:cs typeface="Roboto Slab"/>
                <a:sym typeface="Roboto Slab"/>
              </a:rPr>
              <a:t>2.   GÉNÉRALITÉS </a:t>
            </a:r>
            <a:endParaRPr b="1" i="0" sz="1800" u="none" cap="none" strike="noStrike">
              <a:solidFill>
                <a:schemeClr val="dk1"/>
              </a:solidFill>
              <a:latin typeface="Roboto Slab"/>
              <a:ea typeface="Roboto Slab"/>
              <a:cs typeface="Roboto Slab"/>
              <a:sym typeface="Roboto Slab"/>
            </a:endParaRPr>
          </a:p>
        </p:txBody>
      </p:sp>
      <p:sp>
        <p:nvSpPr>
          <p:cNvPr id="196" name="Google Shape;196;p13"/>
          <p:cNvSpPr txBox="1"/>
          <p:nvPr/>
        </p:nvSpPr>
        <p:spPr>
          <a:xfrm>
            <a:off x="1238675" y="1076400"/>
            <a:ext cx="4258800" cy="27960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000"/>
              <a:buFont typeface="Arial"/>
              <a:buNone/>
            </a:pPr>
            <a:r>
              <a:rPr b="1" i="0" lang="fr" sz="2000" u="none" cap="none" strike="noStrike">
                <a:solidFill>
                  <a:schemeClr val="dk1"/>
                </a:solidFill>
                <a:latin typeface="Roboto Slab"/>
                <a:ea typeface="Roboto Slab"/>
                <a:cs typeface="Roboto Slab"/>
                <a:sym typeface="Roboto Slab"/>
              </a:rPr>
              <a:t>Qu’est ce que la parole ?</a:t>
            </a:r>
            <a:endParaRPr b="1" i="0" sz="2000" u="none" cap="none" strike="noStrike">
              <a:solidFill>
                <a:schemeClr val="dk1"/>
              </a:solidFill>
              <a:latin typeface="Roboto Slab"/>
              <a:ea typeface="Roboto Slab"/>
              <a:cs typeface="Roboto Slab"/>
              <a:sym typeface="Roboto Slab"/>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Roboto Slab"/>
              <a:ea typeface="Roboto Slab"/>
              <a:cs typeface="Roboto Slab"/>
              <a:sym typeface="Roboto Slab"/>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Roboto Slab"/>
              <a:ea typeface="Roboto Slab"/>
              <a:cs typeface="Roboto Slab"/>
              <a:sym typeface="Roboto Slab"/>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Roboto Slab"/>
              <a:ea typeface="Roboto Slab"/>
              <a:cs typeface="Roboto Slab"/>
              <a:sym typeface="Roboto Slab"/>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Roboto Slab"/>
              <a:ea typeface="Roboto Slab"/>
              <a:cs typeface="Roboto Slab"/>
              <a:sym typeface="Roboto Slab"/>
            </a:endParaRPr>
          </a:p>
          <a:p>
            <a:pPr indent="0" lvl="0" marL="0" marR="0" rtl="0" algn="just">
              <a:lnSpc>
                <a:spcPct val="100000"/>
              </a:lnSpc>
              <a:spcBef>
                <a:spcPts val="0"/>
              </a:spcBef>
              <a:spcAft>
                <a:spcPts val="0"/>
              </a:spcAft>
              <a:buClr>
                <a:srgbClr val="000000"/>
              </a:buClr>
              <a:buSzPts val="1900"/>
              <a:buFont typeface="Arial"/>
              <a:buNone/>
            </a:pPr>
            <a:r>
              <a:rPr b="0" i="0" lang="fr" sz="1900" u="none" cap="none" strike="noStrike">
                <a:solidFill>
                  <a:schemeClr val="dk1"/>
                </a:solidFill>
                <a:latin typeface="Roboto Slab"/>
                <a:ea typeface="Roboto Slab"/>
                <a:cs typeface="Roboto Slab"/>
                <a:sym typeface="Roboto Slab"/>
                <a:extLst>
                  <a:ext uri="http://customooxmlschemas.google.com/">
                    <go:slidesCustomData xmlns:go="http://customooxmlschemas.google.com/" textRoundtripDataId="0"/>
                  </a:ext>
                </a:extLst>
              </a:rPr>
              <a:t>La parole est le langage articulé humain destiné à communiquer la pensée. </a:t>
            </a:r>
            <a:endParaRPr b="0" i="0" sz="1900" u="none" cap="none" strike="noStrike">
              <a:solidFill>
                <a:schemeClr val="dk1"/>
              </a:solidFill>
              <a:latin typeface="Roboto Slab"/>
              <a:ea typeface="Roboto Slab"/>
              <a:cs typeface="Roboto Slab"/>
              <a:sym typeface="Roboto Slab"/>
            </a:endParaRPr>
          </a:p>
        </p:txBody>
      </p:sp>
      <p:pic>
        <p:nvPicPr>
          <p:cNvPr id="197" name="Google Shape;197;p13"/>
          <p:cNvPicPr preferRelativeResize="0"/>
          <p:nvPr/>
        </p:nvPicPr>
        <p:blipFill rotWithShape="1">
          <a:blip r:embed="rId3">
            <a:alphaModFix/>
          </a:blip>
          <a:srcRect b="0" l="0" r="0" t="0"/>
          <a:stretch/>
        </p:blipFill>
        <p:spPr>
          <a:xfrm>
            <a:off x="5649875" y="958662"/>
            <a:ext cx="2602109" cy="3752275"/>
          </a:xfrm>
          <a:prstGeom prst="rect">
            <a:avLst/>
          </a:prstGeom>
          <a:noFill/>
          <a:ln>
            <a:noFill/>
          </a:ln>
        </p:spPr>
      </p:pic>
    </p:spTree>
  </p:cSld>
  <p:clrMapOvr>
    <a:masterClrMapping/>
  </p:clrMapOvr>
  <p:transition>
    <p:fade thruBlk="1"/>
  </p:transition>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1" name="Shape 201"/>
        <p:cNvGrpSpPr/>
        <p:nvPr/>
      </p:nvGrpSpPr>
      <p:grpSpPr>
        <a:xfrm>
          <a:off x="0" y="0"/>
          <a:ext cx="0" cy="0"/>
          <a:chOff x="0" y="0"/>
          <a:chExt cx="0" cy="0"/>
        </a:xfrm>
      </p:grpSpPr>
      <p:sp>
        <p:nvSpPr>
          <p:cNvPr id="202" name="Google Shape;202;g3006347a72a_0_94"/>
          <p:cNvSpPr/>
          <p:nvPr/>
        </p:nvSpPr>
        <p:spPr>
          <a:xfrm>
            <a:off x="1403648" y="123478"/>
            <a:ext cx="7128900" cy="523800"/>
          </a:xfrm>
          <a:prstGeom prst="snip2DiagRect">
            <a:avLst>
              <a:gd fmla="val 0" name="adj1"/>
              <a:gd fmla="val 16667" name="adj2"/>
            </a:avLst>
          </a:prstGeom>
          <a:gradFill>
            <a:gsLst>
              <a:gs pos="0">
                <a:srgbClr val="0075E5"/>
              </a:gs>
              <a:gs pos="100000">
                <a:srgbClr val="04325F"/>
              </a:gs>
            </a:gsLst>
            <a:lin ang="5400012"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203" name="Google Shape;203;g3006347a72a_0_94"/>
          <p:cNvSpPr txBox="1"/>
          <p:nvPr>
            <p:ph idx="4294967295" type="sldNum"/>
          </p:nvPr>
        </p:nvSpPr>
        <p:spPr>
          <a:xfrm>
            <a:off x="8404384" y="4749851"/>
            <a:ext cx="548700" cy="3936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1300"/>
              <a:buNone/>
            </a:pPr>
            <a:fld id="{00000000-1234-1234-1234-123412341234}" type="slidenum">
              <a:rPr lang="fr"/>
              <a:t>‹#›</a:t>
            </a:fld>
            <a:endParaRPr/>
          </a:p>
        </p:txBody>
      </p:sp>
      <p:sp>
        <p:nvSpPr>
          <p:cNvPr id="204" name="Google Shape;204;g3006347a72a_0_94"/>
          <p:cNvSpPr txBox="1"/>
          <p:nvPr>
            <p:ph idx="4294967295" type="ctrTitle"/>
          </p:nvPr>
        </p:nvSpPr>
        <p:spPr>
          <a:xfrm>
            <a:off x="1979712" y="-20538"/>
            <a:ext cx="6552600" cy="8268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accent1"/>
              </a:buClr>
              <a:buSzPts val="2000"/>
              <a:buFont typeface="Roboto Slab"/>
              <a:buNone/>
            </a:pPr>
            <a:r>
              <a:rPr b="1" i="0" lang="fr" sz="1800" u="none" cap="none" strike="noStrike">
                <a:solidFill>
                  <a:schemeClr val="dk1"/>
                </a:solidFill>
                <a:latin typeface="Roboto Slab"/>
                <a:ea typeface="Roboto Slab"/>
                <a:cs typeface="Roboto Slab"/>
                <a:sym typeface="Roboto Slab"/>
              </a:rPr>
              <a:t>2.   GÉNÉRALITÉS </a:t>
            </a:r>
            <a:endParaRPr b="1" i="0" sz="1800" u="none" cap="none" strike="noStrike">
              <a:solidFill>
                <a:schemeClr val="dk1"/>
              </a:solidFill>
              <a:latin typeface="Roboto Slab"/>
              <a:ea typeface="Roboto Slab"/>
              <a:cs typeface="Roboto Slab"/>
              <a:sym typeface="Roboto Slab"/>
            </a:endParaRPr>
          </a:p>
        </p:txBody>
      </p:sp>
      <p:sp>
        <p:nvSpPr>
          <p:cNvPr id="205" name="Google Shape;205;g3006347a72a_0_94"/>
          <p:cNvSpPr txBox="1"/>
          <p:nvPr/>
        </p:nvSpPr>
        <p:spPr>
          <a:xfrm>
            <a:off x="1238675" y="1076400"/>
            <a:ext cx="6984000" cy="34260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000"/>
              <a:buFont typeface="Arial"/>
              <a:buNone/>
            </a:pPr>
            <a:r>
              <a:rPr b="1" i="0" lang="fr" sz="2000" u="none" cap="none" strike="noStrike">
                <a:solidFill>
                  <a:schemeClr val="dk1"/>
                </a:solidFill>
                <a:latin typeface="Roboto Slab"/>
                <a:ea typeface="Roboto Slab"/>
                <a:cs typeface="Roboto Slab"/>
                <a:sym typeface="Roboto Slab"/>
              </a:rPr>
              <a:t>Langues tonales</a:t>
            </a:r>
            <a:endParaRPr b="1" i="0" sz="2000" u="none" cap="none" strike="noStrike">
              <a:solidFill>
                <a:schemeClr val="dk1"/>
              </a:solidFill>
              <a:latin typeface="Roboto Slab"/>
              <a:ea typeface="Roboto Slab"/>
              <a:cs typeface="Roboto Slab"/>
              <a:sym typeface="Roboto Slab"/>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Roboto Slab"/>
              <a:ea typeface="Roboto Slab"/>
              <a:cs typeface="Roboto Slab"/>
              <a:sym typeface="Roboto Slab"/>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Roboto Slab"/>
              <a:ea typeface="Roboto Slab"/>
              <a:cs typeface="Roboto Slab"/>
              <a:sym typeface="Roboto Slab"/>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Roboto Slab"/>
              <a:ea typeface="Roboto Slab"/>
              <a:cs typeface="Roboto Slab"/>
              <a:sym typeface="Roboto Slab"/>
            </a:endParaRPr>
          </a:p>
          <a:p>
            <a:pPr indent="-323850" lvl="0" marL="457200" marR="0" rtl="0" algn="l">
              <a:lnSpc>
                <a:spcPct val="100000"/>
              </a:lnSpc>
              <a:spcBef>
                <a:spcPts val="0"/>
              </a:spcBef>
              <a:spcAft>
                <a:spcPts val="0"/>
              </a:spcAft>
              <a:buClr>
                <a:schemeClr val="dk1"/>
              </a:buClr>
              <a:buSzPts val="1500"/>
              <a:buFont typeface="Roboto Slab"/>
              <a:buChar char="●"/>
            </a:pPr>
            <a:r>
              <a:rPr b="0" i="0" lang="fr" sz="1500" u="none" cap="none" strike="noStrike">
                <a:solidFill>
                  <a:schemeClr val="dk1"/>
                </a:solidFill>
                <a:latin typeface="Roboto Slab"/>
                <a:ea typeface="Roboto Slab"/>
                <a:cs typeface="Roboto Slab"/>
                <a:sym typeface="Roboto Slab"/>
              </a:rPr>
              <a:t>Un ton est une hauteur appliquée à une certaine syllabe.</a:t>
            </a:r>
            <a:endParaRPr b="0" i="0" sz="1500" u="none" cap="none" strike="noStrike">
              <a:solidFill>
                <a:schemeClr val="dk1"/>
              </a:solidFill>
              <a:latin typeface="Roboto Slab"/>
              <a:ea typeface="Roboto Slab"/>
              <a:cs typeface="Roboto Slab"/>
              <a:sym typeface="Roboto Slab"/>
            </a:endParaRPr>
          </a:p>
          <a:p>
            <a:pPr indent="0" lvl="0" marL="457200" marR="0" rtl="0" algn="l">
              <a:lnSpc>
                <a:spcPct val="100000"/>
              </a:lnSpc>
              <a:spcBef>
                <a:spcPts val="0"/>
              </a:spcBef>
              <a:spcAft>
                <a:spcPts val="0"/>
              </a:spcAft>
              <a:buClr>
                <a:srgbClr val="000000"/>
              </a:buClr>
              <a:buSzPts val="1500"/>
              <a:buFont typeface="Arial"/>
              <a:buNone/>
            </a:pPr>
            <a:r>
              <a:t/>
            </a:r>
            <a:endParaRPr b="0" i="0" sz="1500" u="none" cap="none" strike="noStrike">
              <a:solidFill>
                <a:schemeClr val="dk1"/>
              </a:solidFill>
              <a:latin typeface="Roboto Slab"/>
              <a:ea typeface="Roboto Slab"/>
              <a:cs typeface="Roboto Slab"/>
              <a:sym typeface="Roboto Slab"/>
            </a:endParaRPr>
          </a:p>
          <a:p>
            <a:pPr indent="0" lvl="0" marL="457200" marR="0" rtl="0" algn="l">
              <a:lnSpc>
                <a:spcPct val="100000"/>
              </a:lnSpc>
              <a:spcBef>
                <a:spcPts val="0"/>
              </a:spcBef>
              <a:spcAft>
                <a:spcPts val="0"/>
              </a:spcAft>
              <a:buClr>
                <a:srgbClr val="000000"/>
              </a:buClr>
              <a:buSzPts val="1500"/>
              <a:buFont typeface="Arial"/>
              <a:buNone/>
            </a:pPr>
            <a:r>
              <a:t/>
            </a:r>
            <a:endParaRPr b="0" i="0" sz="1500" u="none" cap="none" strike="noStrike">
              <a:solidFill>
                <a:schemeClr val="dk1"/>
              </a:solidFill>
              <a:latin typeface="Roboto Slab"/>
              <a:ea typeface="Roboto Slab"/>
              <a:cs typeface="Roboto Slab"/>
              <a:sym typeface="Roboto Slab"/>
            </a:endParaRPr>
          </a:p>
          <a:p>
            <a:pPr indent="0" lvl="0" marL="457200" marR="0" rtl="0" algn="l">
              <a:lnSpc>
                <a:spcPct val="100000"/>
              </a:lnSpc>
              <a:spcBef>
                <a:spcPts val="0"/>
              </a:spcBef>
              <a:spcAft>
                <a:spcPts val="0"/>
              </a:spcAft>
              <a:buClr>
                <a:srgbClr val="000000"/>
              </a:buClr>
              <a:buSzPts val="1500"/>
              <a:buFont typeface="Arial"/>
              <a:buNone/>
            </a:pPr>
            <a:r>
              <a:t/>
            </a:r>
            <a:endParaRPr b="0" i="0" sz="1500" u="none" cap="none" strike="noStrike">
              <a:solidFill>
                <a:schemeClr val="dk1"/>
              </a:solidFill>
              <a:latin typeface="Roboto Slab"/>
              <a:ea typeface="Roboto Slab"/>
              <a:cs typeface="Roboto Slab"/>
              <a:sym typeface="Roboto Slab"/>
            </a:endParaRPr>
          </a:p>
          <a:p>
            <a:pPr indent="-323850" lvl="0" marL="457200" marR="0" rtl="0" algn="l">
              <a:lnSpc>
                <a:spcPct val="100000"/>
              </a:lnSpc>
              <a:spcBef>
                <a:spcPts val="0"/>
              </a:spcBef>
              <a:spcAft>
                <a:spcPts val="0"/>
              </a:spcAft>
              <a:buClr>
                <a:schemeClr val="dk1"/>
              </a:buClr>
              <a:buSzPts val="1500"/>
              <a:buFont typeface="Roboto Slab"/>
              <a:buChar char="●"/>
            </a:pPr>
            <a:r>
              <a:rPr b="0" i="0" lang="fr" sz="1500" u="none" cap="none" strike="noStrike">
                <a:solidFill>
                  <a:schemeClr val="dk1"/>
                </a:solidFill>
                <a:latin typeface="Roboto Slab"/>
                <a:ea typeface="Roboto Slab"/>
                <a:cs typeface="Roboto Slab"/>
                <a:sym typeface="Roboto Slab"/>
              </a:rPr>
              <a:t>Les langues tonales sont celles où le ton et la prononciation travaillent ensemble pour communiquer le sens.</a:t>
            </a:r>
            <a:endParaRPr b="0" i="0" sz="1500" u="none" cap="none" strike="noStrike">
              <a:solidFill>
                <a:schemeClr val="dk1"/>
              </a:solidFill>
              <a:latin typeface="Roboto Slab"/>
              <a:ea typeface="Roboto Slab"/>
              <a:cs typeface="Roboto Slab"/>
              <a:sym typeface="Roboto Slab"/>
            </a:endParaRPr>
          </a:p>
          <a:p>
            <a:pPr indent="0" lvl="0" marL="45720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Roboto Slab"/>
              <a:ea typeface="Roboto Slab"/>
              <a:cs typeface="Roboto Slab"/>
              <a:sym typeface="Roboto Slab"/>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Roboto Slab"/>
              <a:ea typeface="Roboto Slab"/>
              <a:cs typeface="Roboto Slab"/>
              <a:sym typeface="Roboto Slab"/>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Roboto Slab"/>
              <a:ea typeface="Roboto Slab"/>
              <a:cs typeface="Roboto Slab"/>
              <a:sym typeface="Roboto Slab"/>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9" name="Shape 209"/>
        <p:cNvGrpSpPr/>
        <p:nvPr/>
      </p:nvGrpSpPr>
      <p:grpSpPr>
        <a:xfrm>
          <a:off x="0" y="0"/>
          <a:ext cx="0" cy="0"/>
          <a:chOff x="0" y="0"/>
          <a:chExt cx="0" cy="0"/>
        </a:xfrm>
      </p:grpSpPr>
      <p:sp>
        <p:nvSpPr>
          <p:cNvPr id="210" name="Google Shape;210;g3006347a72a_0_106"/>
          <p:cNvSpPr/>
          <p:nvPr/>
        </p:nvSpPr>
        <p:spPr>
          <a:xfrm>
            <a:off x="1403648" y="123478"/>
            <a:ext cx="7128900" cy="523800"/>
          </a:xfrm>
          <a:prstGeom prst="snip2DiagRect">
            <a:avLst>
              <a:gd fmla="val 0" name="adj1"/>
              <a:gd fmla="val 16667" name="adj2"/>
            </a:avLst>
          </a:prstGeom>
          <a:gradFill>
            <a:gsLst>
              <a:gs pos="0">
                <a:srgbClr val="0075E5"/>
              </a:gs>
              <a:gs pos="100000">
                <a:srgbClr val="04325F"/>
              </a:gs>
            </a:gsLst>
            <a:lin ang="5400012"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211" name="Google Shape;211;g3006347a72a_0_106"/>
          <p:cNvSpPr txBox="1"/>
          <p:nvPr>
            <p:ph idx="4294967295" type="sldNum"/>
          </p:nvPr>
        </p:nvSpPr>
        <p:spPr>
          <a:xfrm>
            <a:off x="8404384" y="4749851"/>
            <a:ext cx="548700" cy="3936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1300"/>
              <a:buNone/>
            </a:pPr>
            <a:fld id="{00000000-1234-1234-1234-123412341234}" type="slidenum">
              <a:rPr lang="fr"/>
              <a:t>‹#›</a:t>
            </a:fld>
            <a:endParaRPr/>
          </a:p>
        </p:txBody>
      </p:sp>
      <p:sp>
        <p:nvSpPr>
          <p:cNvPr id="212" name="Google Shape;212;g3006347a72a_0_106"/>
          <p:cNvSpPr txBox="1"/>
          <p:nvPr>
            <p:ph idx="4294967295" type="ctrTitle"/>
          </p:nvPr>
        </p:nvSpPr>
        <p:spPr>
          <a:xfrm>
            <a:off x="1979712" y="-20538"/>
            <a:ext cx="6552600" cy="8268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accent1"/>
              </a:buClr>
              <a:buSzPts val="2000"/>
              <a:buFont typeface="Roboto Slab"/>
              <a:buNone/>
            </a:pPr>
            <a:r>
              <a:rPr b="1" i="0" lang="fr" sz="1800" u="none" cap="none" strike="noStrike">
                <a:solidFill>
                  <a:schemeClr val="dk1"/>
                </a:solidFill>
                <a:latin typeface="Roboto Slab"/>
                <a:ea typeface="Roboto Slab"/>
                <a:cs typeface="Roboto Slab"/>
                <a:sym typeface="Roboto Slab"/>
              </a:rPr>
              <a:t>2.   GÉNÉRALITÉS </a:t>
            </a:r>
            <a:endParaRPr b="1" i="0" sz="1800" u="none" cap="none" strike="noStrike">
              <a:solidFill>
                <a:schemeClr val="dk1"/>
              </a:solidFill>
              <a:latin typeface="Roboto Slab"/>
              <a:ea typeface="Roboto Slab"/>
              <a:cs typeface="Roboto Slab"/>
              <a:sym typeface="Roboto Slab"/>
            </a:endParaRPr>
          </a:p>
        </p:txBody>
      </p:sp>
      <p:sp>
        <p:nvSpPr>
          <p:cNvPr id="213" name="Google Shape;213;g3006347a72a_0_106"/>
          <p:cNvSpPr txBox="1"/>
          <p:nvPr/>
        </p:nvSpPr>
        <p:spPr>
          <a:xfrm>
            <a:off x="1238675" y="1076400"/>
            <a:ext cx="7794300" cy="38289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000"/>
              <a:buFont typeface="Arial"/>
              <a:buNone/>
            </a:pPr>
            <a:r>
              <a:rPr b="1" i="0" lang="fr" sz="2000" u="none" cap="none" strike="noStrike">
                <a:solidFill>
                  <a:schemeClr val="dk1"/>
                </a:solidFill>
                <a:latin typeface="Roboto Slab"/>
                <a:ea typeface="Roboto Slab"/>
                <a:cs typeface="Roboto Slab"/>
                <a:sym typeface="Roboto Slab"/>
              </a:rPr>
              <a:t>Reconnaissance automatique de la parole</a:t>
            </a:r>
            <a:endParaRPr b="1" i="0" sz="2000" u="none" cap="none" strike="noStrike">
              <a:solidFill>
                <a:schemeClr val="dk1"/>
              </a:solidFill>
              <a:latin typeface="Roboto Slab"/>
              <a:ea typeface="Roboto Slab"/>
              <a:cs typeface="Roboto Slab"/>
              <a:sym typeface="Roboto Slab"/>
            </a:endParaRPr>
          </a:p>
          <a:p>
            <a:pPr indent="0" lvl="0" marL="0" marR="0" rtl="0" algn="l">
              <a:lnSpc>
                <a:spcPct val="100000"/>
              </a:lnSpc>
              <a:spcBef>
                <a:spcPts val="0"/>
              </a:spcBef>
              <a:spcAft>
                <a:spcPts val="0"/>
              </a:spcAft>
              <a:buClr>
                <a:srgbClr val="000000"/>
              </a:buClr>
              <a:buSzPts val="2000"/>
              <a:buFont typeface="Arial"/>
              <a:buNone/>
            </a:pPr>
            <a:r>
              <a:t/>
            </a:r>
            <a:endParaRPr b="1" i="0" sz="2000" u="none" cap="none" strike="noStrike">
              <a:solidFill>
                <a:schemeClr val="dk1"/>
              </a:solidFill>
              <a:latin typeface="Roboto Slab"/>
              <a:ea typeface="Roboto Slab"/>
              <a:cs typeface="Roboto Slab"/>
              <a:sym typeface="Roboto Slab"/>
            </a:endParaRPr>
          </a:p>
          <a:p>
            <a:pPr indent="0" lvl="0" marL="0" marR="0" rtl="0" algn="l">
              <a:lnSpc>
                <a:spcPct val="100000"/>
              </a:lnSpc>
              <a:spcBef>
                <a:spcPts val="0"/>
              </a:spcBef>
              <a:spcAft>
                <a:spcPts val="0"/>
              </a:spcAft>
              <a:buClr>
                <a:srgbClr val="000000"/>
              </a:buClr>
              <a:buSzPts val="1800"/>
              <a:buFont typeface="Arial"/>
              <a:buNone/>
            </a:pPr>
            <a:r>
              <a:rPr b="1" i="0" lang="fr" sz="1800" u="none" cap="none" strike="noStrike">
                <a:solidFill>
                  <a:schemeClr val="dk1"/>
                </a:solidFill>
                <a:latin typeface="Roboto Slab"/>
                <a:ea typeface="Roboto Slab"/>
                <a:cs typeface="Roboto Slab"/>
                <a:sym typeface="Roboto Slab"/>
              </a:rPr>
              <a:t>ASR:</a:t>
            </a:r>
            <a:r>
              <a:rPr b="0" i="0" lang="fr" sz="1800" u="none" cap="none" strike="noStrike">
                <a:solidFill>
                  <a:schemeClr val="dk1"/>
                </a:solidFill>
                <a:latin typeface="Roboto Slab"/>
                <a:ea typeface="Roboto Slab"/>
                <a:cs typeface="Roboto Slab"/>
                <a:sym typeface="Roboto Slab"/>
              </a:rPr>
              <a:t> Automatic Speech Recognition</a:t>
            </a:r>
            <a:r>
              <a:rPr b="0" i="0" lang="fr" sz="2000" u="none" cap="none" strike="noStrike">
                <a:solidFill>
                  <a:schemeClr val="dk1"/>
                </a:solidFill>
                <a:latin typeface="Roboto Slab"/>
                <a:ea typeface="Roboto Slab"/>
                <a:cs typeface="Roboto Slab"/>
                <a:sym typeface="Roboto Slab"/>
              </a:rPr>
              <a:t> </a:t>
            </a:r>
            <a:endParaRPr b="0" i="0" sz="2000" u="none" cap="none" strike="noStrike">
              <a:solidFill>
                <a:schemeClr val="dk1"/>
              </a:solidFill>
              <a:latin typeface="Roboto Slab"/>
              <a:ea typeface="Roboto Slab"/>
              <a:cs typeface="Roboto Slab"/>
              <a:sym typeface="Roboto Slab"/>
            </a:endParaRPr>
          </a:p>
          <a:p>
            <a:pPr indent="0" lvl="0" marL="0" marR="0" rtl="0" algn="l">
              <a:lnSpc>
                <a:spcPct val="100000"/>
              </a:lnSpc>
              <a:spcBef>
                <a:spcPts val="0"/>
              </a:spcBef>
              <a:spcAft>
                <a:spcPts val="0"/>
              </a:spcAft>
              <a:buClr>
                <a:srgbClr val="000000"/>
              </a:buClr>
              <a:buSzPts val="2000"/>
              <a:buFont typeface="Arial"/>
              <a:buNone/>
            </a:pPr>
            <a:r>
              <a:t/>
            </a:r>
            <a:endParaRPr b="0" i="0" sz="2000" u="sng" cap="none" strike="noStrike">
              <a:solidFill>
                <a:schemeClr val="dk1"/>
              </a:solidFill>
              <a:latin typeface="Roboto Slab"/>
              <a:ea typeface="Roboto Slab"/>
              <a:cs typeface="Roboto Slab"/>
              <a:sym typeface="Roboto Slab"/>
              <a:extLst>
                <a:ext uri="http://customooxmlschemas.google.com/">
                  <go:slidesCustomData xmlns:go="http://customooxmlschemas.google.com/" textRoundtripDataId="2"/>
                </a:ext>
              </a:extLst>
            </a:endParaRPr>
          </a:p>
          <a:p>
            <a:pPr indent="0" lvl="0" marL="0" marR="0" rtl="0" algn="l">
              <a:lnSpc>
                <a:spcPct val="100000"/>
              </a:lnSpc>
              <a:spcBef>
                <a:spcPts val="0"/>
              </a:spcBef>
              <a:spcAft>
                <a:spcPts val="0"/>
              </a:spcAft>
              <a:buClr>
                <a:srgbClr val="000000"/>
              </a:buClr>
              <a:buSzPts val="2000"/>
              <a:buFont typeface="Arial"/>
              <a:buNone/>
            </a:pPr>
            <a:r>
              <a:t/>
            </a:r>
            <a:endParaRPr b="0" i="0" sz="2000" u="sng" cap="none" strike="noStrike">
              <a:solidFill>
                <a:schemeClr val="dk1"/>
              </a:solidFill>
              <a:latin typeface="Roboto Slab"/>
              <a:ea typeface="Roboto Slab"/>
              <a:cs typeface="Roboto Slab"/>
              <a:sym typeface="Roboto Slab"/>
              <a:extLst>
                <a:ext uri="http://customooxmlschemas.google.com/">
                  <go:slidesCustomData xmlns:go="http://customooxmlschemas.google.com/" textRoundtripDataId="3"/>
                </a:ext>
              </a:extLst>
            </a:endParaRPr>
          </a:p>
          <a:p>
            <a:pPr indent="0" lvl="0" marL="0" marR="0" rtl="0" algn="just">
              <a:lnSpc>
                <a:spcPct val="100000"/>
              </a:lnSpc>
              <a:spcBef>
                <a:spcPts val="0"/>
              </a:spcBef>
              <a:spcAft>
                <a:spcPts val="0"/>
              </a:spcAft>
              <a:buClr>
                <a:srgbClr val="000000"/>
              </a:buClr>
              <a:buSzPts val="1900"/>
              <a:buFont typeface="Arial"/>
              <a:buNone/>
            </a:pPr>
            <a:r>
              <a:t/>
            </a:r>
            <a:endParaRPr b="0" i="0" sz="1900" u="none" cap="none" strike="noStrike">
              <a:solidFill>
                <a:schemeClr val="dk1"/>
              </a:solidFill>
              <a:latin typeface="Roboto Slab"/>
              <a:ea typeface="Roboto Slab"/>
              <a:cs typeface="Roboto Slab"/>
              <a:sym typeface="Roboto Slab"/>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Roboto Slab"/>
              <a:ea typeface="Roboto Slab"/>
              <a:cs typeface="Roboto Slab"/>
              <a:sym typeface="Roboto Slab"/>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Roboto Slab"/>
              <a:ea typeface="Roboto Slab"/>
              <a:cs typeface="Roboto Slab"/>
              <a:sym typeface="Roboto Slab"/>
            </a:endParaRPr>
          </a:p>
        </p:txBody>
      </p:sp>
      <p:pic>
        <p:nvPicPr>
          <p:cNvPr id="214" name="Google Shape;214;g3006347a72a_0_106"/>
          <p:cNvPicPr preferRelativeResize="0"/>
          <p:nvPr/>
        </p:nvPicPr>
        <p:blipFill rotWithShape="1">
          <a:blip r:embed="rId3">
            <a:alphaModFix/>
          </a:blip>
          <a:srcRect b="0" l="0" r="0" t="0"/>
          <a:stretch/>
        </p:blipFill>
        <p:spPr>
          <a:xfrm>
            <a:off x="1762113" y="2559425"/>
            <a:ext cx="5619775" cy="1929650"/>
          </a:xfrm>
          <a:prstGeom prst="rect">
            <a:avLst/>
          </a:prstGeom>
          <a:noFill/>
          <a:ln>
            <a:noFill/>
          </a:ln>
        </p:spPr>
      </p:pic>
    </p:spTree>
  </p:cSld>
  <p:clrMapOvr>
    <a:masterClrMapping/>
  </p:clrMapOvr>
  <p:transition>
    <p:fade thruBlk="1"/>
  </p:transition>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8" name="Shape 218"/>
        <p:cNvGrpSpPr/>
        <p:nvPr/>
      </p:nvGrpSpPr>
      <p:grpSpPr>
        <a:xfrm>
          <a:off x="0" y="0"/>
          <a:ext cx="0" cy="0"/>
          <a:chOff x="0" y="0"/>
          <a:chExt cx="0" cy="0"/>
        </a:xfrm>
      </p:grpSpPr>
      <p:sp>
        <p:nvSpPr>
          <p:cNvPr id="219" name="Google Shape;219;g3006347a72a_0_114"/>
          <p:cNvSpPr/>
          <p:nvPr/>
        </p:nvSpPr>
        <p:spPr>
          <a:xfrm>
            <a:off x="1403648" y="123478"/>
            <a:ext cx="7128900" cy="523800"/>
          </a:xfrm>
          <a:prstGeom prst="snip2DiagRect">
            <a:avLst>
              <a:gd fmla="val 0" name="adj1"/>
              <a:gd fmla="val 16667" name="adj2"/>
            </a:avLst>
          </a:prstGeom>
          <a:gradFill>
            <a:gsLst>
              <a:gs pos="0">
                <a:srgbClr val="0075E5"/>
              </a:gs>
              <a:gs pos="100000">
                <a:srgbClr val="04325F"/>
              </a:gs>
            </a:gsLst>
            <a:lin ang="5400012"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220" name="Google Shape;220;g3006347a72a_0_114"/>
          <p:cNvSpPr txBox="1"/>
          <p:nvPr>
            <p:ph idx="4294967295" type="sldNum"/>
          </p:nvPr>
        </p:nvSpPr>
        <p:spPr>
          <a:xfrm>
            <a:off x="8404384" y="4749851"/>
            <a:ext cx="548700" cy="3936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1300"/>
              <a:buNone/>
            </a:pPr>
            <a:fld id="{00000000-1234-1234-1234-123412341234}" type="slidenum">
              <a:rPr lang="fr"/>
              <a:t>‹#›</a:t>
            </a:fld>
            <a:endParaRPr/>
          </a:p>
        </p:txBody>
      </p:sp>
      <p:sp>
        <p:nvSpPr>
          <p:cNvPr id="221" name="Google Shape;221;g3006347a72a_0_114"/>
          <p:cNvSpPr txBox="1"/>
          <p:nvPr>
            <p:ph idx="4294967295" type="ctrTitle"/>
          </p:nvPr>
        </p:nvSpPr>
        <p:spPr>
          <a:xfrm>
            <a:off x="1979712" y="-20538"/>
            <a:ext cx="6552600" cy="8268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accent1"/>
              </a:buClr>
              <a:buSzPts val="2000"/>
              <a:buFont typeface="Roboto Slab"/>
              <a:buNone/>
            </a:pPr>
            <a:r>
              <a:rPr b="1" i="0" lang="fr" sz="1800" u="none" cap="none" strike="noStrike">
                <a:solidFill>
                  <a:schemeClr val="dk1"/>
                </a:solidFill>
                <a:latin typeface="Roboto Slab"/>
                <a:ea typeface="Roboto Slab"/>
                <a:cs typeface="Roboto Slab"/>
                <a:sym typeface="Roboto Slab"/>
              </a:rPr>
              <a:t>2.   GÉNÉRALITÉS </a:t>
            </a:r>
            <a:endParaRPr b="1" i="0" sz="1800" u="none" cap="none" strike="noStrike">
              <a:solidFill>
                <a:schemeClr val="dk1"/>
              </a:solidFill>
              <a:latin typeface="Roboto Slab"/>
              <a:ea typeface="Roboto Slab"/>
              <a:cs typeface="Roboto Slab"/>
              <a:sym typeface="Roboto Slab"/>
            </a:endParaRPr>
          </a:p>
        </p:txBody>
      </p:sp>
      <p:sp>
        <p:nvSpPr>
          <p:cNvPr id="222" name="Google Shape;222;g3006347a72a_0_114"/>
          <p:cNvSpPr txBox="1"/>
          <p:nvPr/>
        </p:nvSpPr>
        <p:spPr>
          <a:xfrm>
            <a:off x="1238675" y="1076400"/>
            <a:ext cx="7794300" cy="38289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000"/>
              <a:buFont typeface="Arial"/>
              <a:buNone/>
            </a:pPr>
            <a:r>
              <a:rPr b="1" i="0" lang="fr" sz="2000" u="none" cap="none" strike="noStrike">
                <a:solidFill>
                  <a:schemeClr val="dk1"/>
                </a:solidFill>
                <a:latin typeface="Roboto Slab"/>
                <a:ea typeface="Roboto Slab"/>
                <a:cs typeface="Roboto Slab"/>
                <a:sym typeface="Roboto Slab"/>
              </a:rPr>
              <a:t>Reconnaissance automatique de la parole</a:t>
            </a:r>
            <a:endParaRPr b="1" i="0" sz="2000" u="none" cap="none" strike="noStrike">
              <a:solidFill>
                <a:schemeClr val="dk1"/>
              </a:solidFill>
              <a:latin typeface="Roboto Slab"/>
              <a:ea typeface="Roboto Slab"/>
              <a:cs typeface="Roboto Slab"/>
              <a:sym typeface="Roboto Slab"/>
            </a:endParaRPr>
          </a:p>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Roboto Slab"/>
              <a:ea typeface="Roboto Slab"/>
              <a:cs typeface="Roboto Slab"/>
              <a:sym typeface="Roboto Slab"/>
            </a:endParaRPr>
          </a:p>
          <a:p>
            <a:pPr indent="0" lvl="0" marL="0" marR="0" rtl="0" algn="l">
              <a:lnSpc>
                <a:spcPct val="100000"/>
              </a:lnSpc>
              <a:spcBef>
                <a:spcPts val="0"/>
              </a:spcBef>
              <a:spcAft>
                <a:spcPts val="0"/>
              </a:spcAft>
              <a:buClr>
                <a:srgbClr val="000000"/>
              </a:buClr>
              <a:buSzPts val="2000"/>
              <a:buFont typeface="Arial"/>
              <a:buNone/>
            </a:pPr>
            <a:r>
              <a:rPr b="0" i="0" lang="fr" sz="2000" u="sng" cap="none" strike="noStrike">
                <a:solidFill>
                  <a:schemeClr val="dk1"/>
                </a:solidFill>
                <a:latin typeface="Roboto Slab"/>
                <a:ea typeface="Roboto Slab"/>
                <a:cs typeface="Roboto Slab"/>
                <a:sym typeface="Roboto Slab"/>
              </a:rPr>
              <a:t>Théorie des probabilités de la reconnaissance de la parole</a:t>
            </a:r>
            <a:endParaRPr b="0" i="0" sz="2000" u="sng" cap="none" strike="noStrike">
              <a:solidFill>
                <a:schemeClr val="dk1"/>
              </a:solidFill>
              <a:latin typeface="Roboto Slab"/>
              <a:ea typeface="Roboto Slab"/>
              <a:cs typeface="Roboto Slab"/>
              <a:sym typeface="Roboto Slab"/>
            </a:endParaRPr>
          </a:p>
          <a:p>
            <a:pPr indent="0" lvl="0" marL="0" marR="0" rtl="0" algn="l">
              <a:lnSpc>
                <a:spcPct val="100000"/>
              </a:lnSpc>
              <a:spcBef>
                <a:spcPts val="0"/>
              </a:spcBef>
              <a:spcAft>
                <a:spcPts val="0"/>
              </a:spcAft>
              <a:buClr>
                <a:srgbClr val="000000"/>
              </a:buClr>
              <a:buSzPts val="2000"/>
              <a:buFont typeface="Arial"/>
              <a:buNone/>
            </a:pPr>
            <a:r>
              <a:t/>
            </a:r>
            <a:endParaRPr b="0" i="0" sz="2000" u="sng" cap="none" strike="noStrike">
              <a:solidFill>
                <a:schemeClr val="dk1"/>
              </a:solidFill>
              <a:latin typeface="Roboto Slab"/>
              <a:ea typeface="Roboto Slab"/>
              <a:cs typeface="Roboto Slab"/>
              <a:sym typeface="Roboto Slab"/>
            </a:endParaRPr>
          </a:p>
          <a:p>
            <a:pPr indent="0" lvl="0" marL="0" marR="0" rtl="0" algn="l">
              <a:lnSpc>
                <a:spcPct val="100000"/>
              </a:lnSpc>
              <a:spcBef>
                <a:spcPts val="0"/>
              </a:spcBef>
              <a:spcAft>
                <a:spcPts val="0"/>
              </a:spcAft>
              <a:buClr>
                <a:srgbClr val="000000"/>
              </a:buClr>
              <a:buSzPts val="2000"/>
              <a:buFont typeface="Arial"/>
              <a:buNone/>
            </a:pPr>
            <a:r>
              <a:t/>
            </a:r>
            <a:endParaRPr b="0" i="0" sz="2000" u="sng" cap="none" strike="noStrike">
              <a:solidFill>
                <a:schemeClr val="dk1"/>
              </a:solidFill>
              <a:latin typeface="Roboto Slab"/>
              <a:ea typeface="Roboto Slab"/>
              <a:cs typeface="Roboto Slab"/>
              <a:sym typeface="Roboto Slab"/>
            </a:endParaRPr>
          </a:p>
          <a:p>
            <a:pPr indent="-349250" lvl="0" marL="457200" marR="0" rtl="0" algn="just">
              <a:lnSpc>
                <a:spcPct val="100000"/>
              </a:lnSpc>
              <a:spcBef>
                <a:spcPts val="0"/>
              </a:spcBef>
              <a:spcAft>
                <a:spcPts val="0"/>
              </a:spcAft>
              <a:buClr>
                <a:schemeClr val="dk1"/>
              </a:buClr>
              <a:buSzPts val="1900"/>
              <a:buFont typeface="Roboto Slab"/>
              <a:buChar char="-"/>
            </a:pPr>
            <a:r>
              <a:rPr b="0" i="0" lang="fr" sz="1900" u="none" cap="none" strike="noStrike">
                <a:solidFill>
                  <a:schemeClr val="dk1"/>
                </a:solidFill>
                <a:latin typeface="Roboto Slab"/>
                <a:ea typeface="Roboto Slab"/>
                <a:cs typeface="Roboto Slab"/>
                <a:sym typeface="Roboto Slab"/>
              </a:rPr>
              <a:t>L'entrée acoustique				- Séquence de symbole</a:t>
            </a:r>
            <a:endParaRPr b="0" i="0" sz="1900" u="none" cap="none" strike="noStrike">
              <a:solidFill>
                <a:schemeClr val="dk1"/>
              </a:solidFill>
              <a:latin typeface="Roboto Slab"/>
              <a:ea typeface="Roboto Slab"/>
              <a:cs typeface="Roboto Slab"/>
              <a:sym typeface="Roboto Slab"/>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Roboto Slab"/>
              <a:ea typeface="Roboto Slab"/>
              <a:cs typeface="Roboto Slab"/>
              <a:sym typeface="Roboto Slab"/>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chemeClr val="dk1"/>
              </a:solidFill>
              <a:latin typeface="Roboto Slab"/>
              <a:ea typeface="Roboto Slab"/>
              <a:cs typeface="Roboto Slab"/>
              <a:sym typeface="Roboto Slab"/>
            </a:endParaRPr>
          </a:p>
        </p:txBody>
      </p:sp>
      <p:pic>
        <p:nvPicPr>
          <p:cNvPr id="223" name="Google Shape;223;g3006347a72a_0_114"/>
          <p:cNvPicPr preferRelativeResize="0"/>
          <p:nvPr/>
        </p:nvPicPr>
        <p:blipFill rotWithShape="1">
          <a:blip r:embed="rId3">
            <a:alphaModFix/>
          </a:blip>
          <a:srcRect b="0" l="0" r="0" t="0"/>
          <a:stretch/>
        </p:blipFill>
        <p:spPr>
          <a:xfrm>
            <a:off x="349250" y="3161000"/>
            <a:ext cx="4581525" cy="826800"/>
          </a:xfrm>
          <a:prstGeom prst="rect">
            <a:avLst/>
          </a:prstGeom>
          <a:noFill/>
          <a:ln>
            <a:noFill/>
          </a:ln>
        </p:spPr>
      </p:pic>
      <p:pic>
        <p:nvPicPr>
          <p:cNvPr id="224" name="Google Shape;224;g3006347a72a_0_114"/>
          <p:cNvPicPr preferRelativeResize="0"/>
          <p:nvPr/>
        </p:nvPicPr>
        <p:blipFill rotWithShape="1">
          <a:blip r:embed="rId4">
            <a:alphaModFix/>
          </a:blip>
          <a:srcRect b="0" l="0" r="0" t="0"/>
          <a:stretch/>
        </p:blipFill>
        <p:spPr>
          <a:xfrm>
            <a:off x="5181600" y="3161000"/>
            <a:ext cx="3070908" cy="675300"/>
          </a:xfrm>
          <a:prstGeom prst="rect">
            <a:avLst/>
          </a:prstGeom>
          <a:noFill/>
          <a:ln>
            <a:noFill/>
          </a:ln>
        </p:spPr>
      </p:pic>
      <p:sp>
        <p:nvSpPr>
          <p:cNvPr id="225" name="Google Shape;225;g3006347a72a_0_114"/>
          <p:cNvSpPr txBox="1"/>
          <p:nvPr/>
        </p:nvSpPr>
        <p:spPr>
          <a:xfrm>
            <a:off x="5509325" y="3822850"/>
            <a:ext cx="2655900" cy="3936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700"/>
              <a:buFont typeface="Arial"/>
              <a:buNone/>
            </a:pPr>
            <a:r>
              <a:rPr b="1" i="0" lang="fr" sz="1700" u="none" cap="none" strike="noStrike">
                <a:solidFill>
                  <a:schemeClr val="dk1"/>
                </a:solidFill>
                <a:latin typeface="Arial"/>
                <a:ea typeface="Arial"/>
                <a:cs typeface="Arial"/>
                <a:sym typeface="Arial"/>
              </a:rPr>
              <a:t>W = </a:t>
            </a:r>
            <a:r>
              <a:rPr b="1" i="0" lang="fr" sz="1700" u="none" cap="none" strike="noStrike">
                <a:solidFill>
                  <a:srgbClr val="FF00FF"/>
                </a:solidFill>
                <a:latin typeface="Arial"/>
                <a:ea typeface="Arial"/>
                <a:cs typeface="Arial"/>
                <a:sym typeface="Arial"/>
              </a:rPr>
              <a:t>Je</a:t>
            </a:r>
            <a:r>
              <a:rPr b="1" i="0" lang="fr" sz="1700" u="none" cap="none" strike="noStrike">
                <a:solidFill>
                  <a:schemeClr val="dk1"/>
                </a:solidFill>
                <a:latin typeface="Arial"/>
                <a:ea typeface="Arial"/>
                <a:cs typeface="Arial"/>
                <a:sym typeface="Arial"/>
              </a:rPr>
              <a:t>, </a:t>
            </a:r>
            <a:r>
              <a:rPr b="1" i="0" lang="fr" sz="1700" u="none" cap="none" strike="noStrike">
                <a:solidFill>
                  <a:srgbClr val="FFC000"/>
                </a:solidFill>
                <a:latin typeface="Arial"/>
                <a:ea typeface="Arial"/>
                <a:cs typeface="Arial"/>
                <a:sym typeface="Arial"/>
              </a:rPr>
              <a:t>suis</a:t>
            </a:r>
            <a:r>
              <a:rPr b="1" i="0" lang="fr" sz="1700" u="none" cap="none" strike="noStrike">
                <a:solidFill>
                  <a:schemeClr val="dk1"/>
                </a:solidFill>
                <a:latin typeface="Arial"/>
                <a:ea typeface="Arial"/>
                <a:cs typeface="Arial"/>
                <a:sym typeface="Arial"/>
              </a:rPr>
              <a:t>, </a:t>
            </a:r>
            <a:r>
              <a:rPr b="1" i="0" lang="fr" sz="1700" u="none" cap="none" strike="noStrike">
                <a:solidFill>
                  <a:srgbClr val="FF0000"/>
                </a:solidFill>
                <a:latin typeface="Arial"/>
                <a:ea typeface="Arial"/>
                <a:cs typeface="Arial"/>
                <a:sym typeface="Arial"/>
              </a:rPr>
              <a:t>un</a:t>
            </a:r>
            <a:r>
              <a:rPr b="1" i="0" lang="fr" sz="1700" u="none" cap="none" strike="noStrike">
                <a:solidFill>
                  <a:schemeClr val="dk1"/>
                </a:solidFill>
                <a:latin typeface="Arial"/>
                <a:ea typeface="Arial"/>
                <a:cs typeface="Arial"/>
                <a:sym typeface="Arial"/>
              </a:rPr>
              <a:t>, </a:t>
            </a:r>
            <a:r>
              <a:rPr b="1" i="0" lang="fr" sz="1700" u="none" cap="none" strike="noStrike">
                <a:solidFill>
                  <a:srgbClr val="1A98DD"/>
                </a:solidFill>
                <a:latin typeface="Arial"/>
                <a:ea typeface="Arial"/>
                <a:cs typeface="Arial"/>
                <a:sym typeface="Arial"/>
              </a:rPr>
              <a:t>élève</a:t>
            </a:r>
            <a:r>
              <a:rPr b="1" i="0" lang="fr" sz="1700" u="none" cap="none" strike="noStrike">
                <a:solidFill>
                  <a:schemeClr val="dk1"/>
                </a:solidFill>
                <a:latin typeface="Arial"/>
                <a:ea typeface="Arial"/>
                <a:cs typeface="Arial"/>
                <a:sym typeface="Arial"/>
              </a:rPr>
              <a:t> </a:t>
            </a:r>
            <a:endParaRPr b="1" i="0" sz="1700" u="none" cap="none" strike="noStrike">
              <a:solidFill>
                <a:schemeClr val="dk1"/>
              </a:solidFill>
              <a:latin typeface="Arial"/>
              <a:ea typeface="Arial"/>
              <a:cs typeface="Arial"/>
              <a:sym typeface="Arial"/>
            </a:endParaRPr>
          </a:p>
        </p:txBody>
      </p:sp>
    </p:spTree>
  </p:cSld>
  <p:clrMapOvr>
    <a:masterClrMapping/>
  </p:clrMapOvr>
  <p:transition>
    <p:fade thruBlk="1"/>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225"/>
                                        </p:tgtEl>
                                        <p:attrNameLst>
                                          <p:attrName>style.visibility</p:attrName>
                                        </p:attrNameLst>
                                      </p:cBhvr>
                                      <p:to>
                                        <p:strVal val="visible"/>
                                      </p:to>
                                    </p:set>
                                    <p:anim calcmode="lin" valueType="num">
                                      <p:cBhvr additive="base">
                                        <p:cTn dur="1000"/>
                                        <p:tgtEl>
                                          <p:spTgt spid="225"/>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9" name="Shape 229"/>
        <p:cNvGrpSpPr/>
        <p:nvPr/>
      </p:nvGrpSpPr>
      <p:grpSpPr>
        <a:xfrm>
          <a:off x="0" y="0"/>
          <a:ext cx="0" cy="0"/>
          <a:chOff x="0" y="0"/>
          <a:chExt cx="0" cy="0"/>
        </a:xfrm>
      </p:grpSpPr>
      <p:sp>
        <p:nvSpPr>
          <p:cNvPr id="230" name="Google Shape;230;g3006347a72a_0_128"/>
          <p:cNvSpPr/>
          <p:nvPr/>
        </p:nvSpPr>
        <p:spPr>
          <a:xfrm>
            <a:off x="1403648" y="123478"/>
            <a:ext cx="7128900" cy="523800"/>
          </a:xfrm>
          <a:prstGeom prst="snip2DiagRect">
            <a:avLst>
              <a:gd fmla="val 0" name="adj1"/>
              <a:gd fmla="val 16667" name="adj2"/>
            </a:avLst>
          </a:prstGeom>
          <a:gradFill>
            <a:gsLst>
              <a:gs pos="0">
                <a:srgbClr val="0075E5"/>
              </a:gs>
              <a:gs pos="100000">
                <a:srgbClr val="04325F"/>
              </a:gs>
            </a:gsLst>
            <a:lin ang="5400012"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231" name="Google Shape;231;g3006347a72a_0_128"/>
          <p:cNvSpPr txBox="1"/>
          <p:nvPr>
            <p:ph idx="4294967295" type="sldNum"/>
          </p:nvPr>
        </p:nvSpPr>
        <p:spPr>
          <a:xfrm>
            <a:off x="8404384" y="4749851"/>
            <a:ext cx="548700" cy="3936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1300"/>
              <a:buNone/>
            </a:pPr>
            <a:fld id="{00000000-1234-1234-1234-123412341234}" type="slidenum">
              <a:rPr lang="fr"/>
              <a:t>‹#›</a:t>
            </a:fld>
            <a:endParaRPr/>
          </a:p>
        </p:txBody>
      </p:sp>
      <p:sp>
        <p:nvSpPr>
          <p:cNvPr id="232" name="Google Shape;232;g3006347a72a_0_128"/>
          <p:cNvSpPr txBox="1"/>
          <p:nvPr>
            <p:ph idx="4294967295" type="ctrTitle"/>
          </p:nvPr>
        </p:nvSpPr>
        <p:spPr>
          <a:xfrm>
            <a:off x="1979712" y="-20538"/>
            <a:ext cx="6552600" cy="8268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accent1"/>
              </a:buClr>
              <a:buSzPts val="2000"/>
              <a:buFont typeface="Roboto Slab"/>
              <a:buNone/>
            </a:pPr>
            <a:r>
              <a:rPr b="1" i="0" lang="fr" sz="1800" u="none" cap="none" strike="noStrike">
                <a:solidFill>
                  <a:schemeClr val="dk1"/>
                </a:solidFill>
                <a:latin typeface="Roboto Slab"/>
                <a:ea typeface="Roboto Slab"/>
                <a:cs typeface="Roboto Slab"/>
                <a:sym typeface="Roboto Slab"/>
              </a:rPr>
              <a:t>2.   GÉNÉRALITÉS </a:t>
            </a:r>
            <a:endParaRPr b="1" i="0" sz="1800" u="none" cap="none" strike="noStrike">
              <a:solidFill>
                <a:schemeClr val="dk1"/>
              </a:solidFill>
              <a:latin typeface="Roboto Slab"/>
              <a:ea typeface="Roboto Slab"/>
              <a:cs typeface="Roboto Slab"/>
              <a:sym typeface="Roboto Slab"/>
            </a:endParaRPr>
          </a:p>
        </p:txBody>
      </p:sp>
      <p:sp>
        <p:nvSpPr>
          <p:cNvPr id="233" name="Google Shape;233;g3006347a72a_0_128"/>
          <p:cNvSpPr txBox="1"/>
          <p:nvPr/>
        </p:nvSpPr>
        <p:spPr>
          <a:xfrm>
            <a:off x="1238675" y="1076400"/>
            <a:ext cx="7794300" cy="38289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000"/>
              <a:buFont typeface="Arial"/>
              <a:buNone/>
            </a:pPr>
            <a:r>
              <a:rPr b="1" i="0" lang="fr" sz="2000" u="none" cap="none" strike="noStrike">
                <a:solidFill>
                  <a:schemeClr val="dk1"/>
                </a:solidFill>
                <a:latin typeface="Roboto Slab"/>
                <a:ea typeface="Roboto Slab"/>
                <a:cs typeface="Roboto Slab"/>
                <a:sym typeface="Roboto Slab"/>
              </a:rPr>
              <a:t>Reconnaissance automatique de la parole</a:t>
            </a:r>
            <a:endParaRPr b="1" i="0" sz="2000" u="none" cap="none" strike="noStrike">
              <a:solidFill>
                <a:schemeClr val="dk1"/>
              </a:solidFill>
              <a:latin typeface="Roboto Slab"/>
              <a:ea typeface="Roboto Slab"/>
              <a:cs typeface="Roboto Slab"/>
              <a:sym typeface="Roboto Slab"/>
            </a:endParaRPr>
          </a:p>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Roboto Slab"/>
              <a:ea typeface="Roboto Slab"/>
              <a:cs typeface="Roboto Slab"/>
              <a:sym typeface="Roboto Slab"/>
            </a:endParaRPr>
          </a:p>
          <a:p>
            <a:pPr indent="0" lvl="0" marL="0" marR="0" rtl="0" algn="l">
              <a:lnSpc>
                <a:spcPct val="100000"/>
              </a:lnSpc>
              <a:spcBef>
                <a:spcPts val="0"/>
              </a:spcBef>
              <a:spcAft>
                <a:spcPts val="0"/>
              </a:spcAft>
              <a:buClr>
                <a:srgbClr val="000000"/>
              </a:buClr>
              <a:buSzPts val="2000"/>
              <a:buFont typeface="Arial"/>
              <a:buNone/>
            </a:pPr>
            <a:r>
              <a:rPr b="0" i="0" lang="fr" sz="2000" u="sng" cap="none" strike="noStrike">
                <a:solidFill>
                  <a:schemeClr val="dk1"/>
                </a:solidFill>
                <a:latin typeface="Roboto Slab"/>
                <a:ea typeface="Roboto Slab"/>
                <a:cs typeface="Roboto Slab"/>
                <a:sym typeface="Roboto Slab"/>
              </a:rPr>
              <a:t>Théorie des probabilités de la reconnaissance de la parole</a:t>
            </a:r>
            <a:endParaRPr b="0" i="0" sz="2000" u="sng" cap="none" strike="noStrike">
              <a:solidFill>
                <a:schemeClr val="dk1"/>
              </a:solidFill>
              <a:latin typeface="Roboto Slab"/>
              <a:ea typeface="Roboto Slab"/>
              <a:cs typeface="Roboto Slab"/>
              <a:sym typeface="Roboto Slab"/>
            </a:endParaRPr>
          </a:p>
          <a:p>
            <a:pPr indent="0" lvl="0" marL="0" marR="0" rtl="0" algn="l">
              <a:lnSpc>
                <a:spcPct val="100000"/>
              </a:lnSpc>
              <a:spcBef>
                <a:spcPts val="0"/>
              </a:spcBef>
              <a:spcAft>
                <a:spcPts val="0"/>
              </a:spcAft>
              <a:buClr>
                <a:srgbClr val="000000"/>
              </a:buClr>
              <a:buSzPts val="2000"/>
              <a:buFont typeface="Arial"/>
              <a:buNone/>
            </a:pPr>
            <a:r>
              <a:t/>
            </a:r>
            <a:endParaRPr b="0" i="0" sz="2000" u="sng" cap="none" strike="noStrike">
              <a:solidFill>
                <a:schemeClr val="dk1"/>
              </a:solidFill>
              <a:latin typeface="Roboto Slab"/>
              <a:ea typeface="Roboto Slab"/>
              <a:cs typeface="Roboto Slab"/>
              <a:sym typeface="Roboto Slab"/>
            </a:endParaRPr>
          </a:p>
          <a:p>
            <a:pPr indent="0" lvl="0" marL="0" marR="0" rtl="0" algn="l">
              <a:lnSpc>
                <a:spcPct val="100000"/>
              </a:lnSpc>
              <a:spcBef>
                <a:spcPts val="0"/>
              </a:spcBef>
              <a:spcAft>
                <a:spcPts val="0"/>
              </a:spcAft>
              <a:buClr>
                <a:srgbClr val="000000"/>
              </a:buClr>
              <a:buSzPts val="2000"/>
              <a:buFont typeface="Arial"/>
              <a:buNone/>
            </a:pPr>
            <a:r>
              <a:t/>
            </a:r>
            <a:endParaRPr b="0" i="0" sz="2000" u="sng" cap="none" strike="noStrike">
              <a:solidFill>
                <a:schemeClr val="dk1"/>
              </a:solidFill>
              <a:latin typeface="Roboto Slab"/>
              <a:ea typeface="Roboto Slab"/>
              <a:cs typeface="Roboto Slab"/>
              <a:sym typeface="Roboto Slab"/>
            </a:endParaRPr>
          </a:p>
          <a:p>
            <a:pPr indent="0" lvl="0" marL="0" marR="0" rtl="0" algn="l">
              <a:lnSpc>
                <a:spcPct val="100000"/>
              </a:lnSpc>
              <a:spcBef>
                <a:spcPts val="0"/>
              </a:spcBef>
              <a:spcAft>
                <a:spcPts val="0"/>
              </a:spcAft>
              <a:buClr>
                <a:srgbClr val="000000"/>
              </a:buClr>
              <a:buSzPts val="1900"/>
              <a:buFont typeface="Arial"/>
              <a:buNone/>
            </a:pPr>
            <a:r>
              <a:rPr b="0" i="0" lang="fr" sz="1900" u="none" cap="none" strike="noStrike">
                <a:solidFill>
                  <a:schemeClr val="dk1"/>
                </a:solidFill>
                <a:latin typeface="Roboto Slab"/>
                <a:ea typeface="Roboto Slab"/>
                <a:cs typeface="Roboto Slab"/>
                <a:sym typeface="Roboto Slab"/>
              </a:rPr>
              <a:t>L’objectif fondamental du système ASR peut alors être exprimé comme suit :</a:t>
            </a:r>
            <a:endParaRPr b="0" i="0" sz="1400" u="none" cap="none" strike="noStrike">
              <a:solidFill>
                <a:schemeClr val="dk1"/>
              </a:solidFill>
              <a:latin typeface="Roboto Slab"/>
              <a:ea typeface="Roboto Slab"/>
              <a:cs typeface="Roboto Slab"/>
              <a:sym typeface="Roboto Slab"/>
            </a:endParaRPr>
          </a:p>
        </p:txBody>
      </p:sp>
      <p:pic>
        <p:nvPicPr>
          <p:cNvPr id="234" name="Google Shape;234;g3006347a72a_0_128"/>
          <p:cNvPicPr preferRelativeResize="0"/>
          <p:nvPr/>
        </p:nvPicPr>
        <p:blipFill rotWithShape="1">
          <a:blip r:embed="rId3">
            <a:alphaModFix/>
          </a:blip>
          <a:srcRect b="0" l="0" r="0" t="0"/>
          <a:stretch/>
        </p:blipFill>
        <p:spPr>
          <a:xfrm>
            <a:off x="1997183" y="3641198"/>
            <a:ext cx="5404342" cy="826800"/>
          </a:xfrm>
          <a:prstGeom prst="rect">
            <a:avLst/>
          </a:prstGeom>
          <a:noFill/>
          <a:ln>
            <a:noFill/>
          </a:ln>
        </p:spPr>
      </p:pic>
    </p:spTree>
  </p:cSld>
  <p:clrMapOvr>
    <a:masterClrMapping/>
  </p:clrMapOvr>
  <p:transition>
    <p:fade thruBlk="1"/>
  </p:transition>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8" name="Shape 238"/>
        <p:cNvGrpSpPr/>
        <p:nvPr/>
      </p:nvGrpSpPr>
      <p:grpSpPr>
        <a:xfrm>
          <a:off x="0" y="0"/>
          <a:ext cx="0" cy="0"/>
          <a:chOff x="0" y="0"/>
          <a:chExt cx="0" cy="0"/>
        </a:xfrm>
      </p:grpSpPr>
      <p:sp>
        <p:nvSpPr>
          <p:cNvPr id="239" name="Google Shape;239;g3006347a72a_0_140"/>
          <p:cNvSpPr/>
          <p:nvPr/>
        </p:nvSpPr>
        <p:spPr>
          <a:xfrm>
            <a:off x="1403648" y="123478"/>
            <a:ext cx="7128900" cy="523800"/>
          </a:xfrm>
          <a:prstGeom prst="snip2DiagRect">
            <a:avLst>
              <a:gd fmla="val 0" name="adj1"/>
              <a:gd fmla="val 16667" name="adj2"/>
            </a:avLst>
          </a:prstGeom>
          <a:gradFill>
            <a:gsLst>
              <a:gs pos="0">
                <a:srgbClr val="0075E5"/>
              </a:gs>
              <a:gs pos="100000">
                <a:srgbClr val="04325F"/>
              </a:gs>
            </a:gsLst>
            <a:lin ang="5400012"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240" name="Google Shape;240;g3006347a72a_0_140"/>
          <p:cNvSpPr txBox="1"/>
          <p:nvPr>
            <p:ph idx="4294967295" type="sldNum"/>
          </p:nvPr>
        </p:nvSpPr>
        <p:spPr>
          <a:xfrm>
            <a:off x="8404384" y="4749851"/>
            <a:ext cx="548700" cy="3936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1300"/>
              <a:buNone/>
            </a:pPr>
            <a:fld id="{00000000-1234-1234-1234-123412341234}" type="slidenum">
              <a:rPr lang="fr"/>
              <a:t>‹#›</a:t>
            </a:fld>
            <a:endParaRPr/>
          </a:p>
        </p:txBody>
      </p:sp>
      <p:sp>
        <p:nvSpPr>
          <p:cNvPr id="241" name="Google Shape;241;g3006347a72a_0_140"/>
          <p:cNvSpPr txBox="1"/>
          <p:nvPr>
            <p:ph idx="4294967295" type="ctrTitle"/>
          </p:nvPr>
        </p:nvSpPr>
        <p:spPr>
          <a:xfrm>
            <a:off x="1979712" y="-20538"/>
            <a:ext cx="6552600" cy="8268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accent1"/>
              </a:buClr>
              <a:buSzPts val="2000"/>
              <a:buFont typeface="Roboto Slab"/>
              <a:buNone/>
            </a:pPr>
            <a:r>
              <a:rPr b="1" i="0" lang="fr" sz="1800" u="none" cap="none" strike="noStrike">
                <a:solidFill>
                  <a:schemeClr val="dk1"/>
                </a:solidFill>
                <a:latin typeface="Roboto Slab"/>
                <a:ea typeface="Roboto Slab"/>
                <a:cs typeface="Roboto Slab"/>
                <a:sym typeface="Roboto Slab"/>
              </a:rPr>
              <a:t>2.   GÉNÉRALITÉS </a:t>
            </a:r>
            <a:endParaRPr b="1" i="0" sz="1800" u="none" cap="none" strike="noStrike">
              <a:solidFill>
                <a:schemeClr val="dk1"/>
              </a:solidFill>
              <a:latin typeface="Roboto Slab"/>
              <a:ea typeface="Roboto Slab"/>
              <a:cs typeface="Roboto Slab"/>
              <a:sym typeface="Roboto Slab"/>
            </a:endParaRPr>
          </a:p>
        </p:txBody>
      </p:sp>
      <p:sp>
        <p:nvSpPr>
          <p:cNvPr id="242" name="Google Shape;242;g3006347a72a_0_140"/>
          <p:cNvSpPr txBox="1"/>
          <p:nvPr/>
        </p:nvSpPr>
        <p:spPr>
          <a:xfrm>
            <a:off x="1238675" y="1076400"/>
            <a:ext cx="7794300" cy="38289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000"/>
              <a:buFont typeface="Arial"/>
              <a:buNone/>
            </a:pPr>
            <a:r>
              <a:rPr b="1" i="0" lang="fr" sz="2000" u="none" cap="none" strike="noStrike">
                <a:solidFill>
                  <a:schemeClr val="dk1"/>
                </a:solidFill>
                <a:latin typeface="Roboto Slab"/>
                <a:ea typeface="Roboto Slab"/>
                <a:cs typeface="Roboto Slab"/>
                <a:sym typeface="Roboto Slab"/>
              </a:rPr>
              <a:t>Reconnaissance automatique de la parole</a:t>
            </a:r>
            <a:endParaRPr b="1" i="0" sz="2000" u="none" cap="none" strike="noStrike">
              <a:solidFill>
                <a:schemeClr val="dk1"/>
              </a:solidFill>
              <a:latin typeface="Roboto Slab"/>
              <a:ea typeface="Roboto Slab"/>
              <a:cs typeface="Roboto Slab"/>
              <a:sym typeface="Roboto Slab"/>
            </a:endParaRPr>
          </a:p>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Roboto Slab"/>
              <a:ea typeface="Roboto Slab"/>
              <a:cs typeface="Roboto Slab"/>
              <a:sym typeface="Roboto Slab"/>
            </a:endParaRPr>
          </a:p>
          <a:p>
            <a:pPr indent="0" lvl="0" marL="0" marR="0" rtl="0" algn="l">
              <a:lnSpc>
                <a:spcPct val="100000"/>
              </a:lnSpc>
              <a:spcBef>
                <a:spcPts val="0"/>
              </a:spcBef>
              <a:spcAft>
                <a:spcPts val="0"/>
              </a:spcAft>
              <a:buClr>
                <a:srgbClr val="000000"/>
              </a:buClr>
              <a:buSzPts val="1900"/>
              <a:buFont typeface="Arial"/>
              <a:buNone/>
            </a:pPr>
            <a:r>
              <a:rPr b="0" i="0" lang="fr" sz="1900" u="sng" cap="none" strike="noStrike">
                <a:solidFill>
                  <a:schemeClr val="dk1"/>
                </a:solidFill>
                <a:latin typeface="Roboto Slab"/>
                <a:ea typeface="Roboto Slab"/>
                <a:cs typeface="Roboto Slab"/>
                <a:sym typeface="Roboto Slab"/>
              </a:rPr>
              <a:t>Architecture de base d’un modèle de reconnaissance de la parole</a:t>
            </a:r>
            <a:endParaRPr b="0" i="0" sz="1900" u="sng" cap="none" strike="noStrike">
              <a:solidFill>
                <a:schemeClr val="dk1"/>
              </a:solidFill>
              <a:latin typeface="Roboto Slab"/>
              <a:ea typeface="Roboto Slab"/>
              <a:cs typeface="Roboto Slab"/>
              <a:sym typeface="Roboto Slab"/>
            </a:endParaRPr>
          </a:p>
          <a:p>
            <a:pPr indent="0" lvl="0" marL="0" marR="0" rtl="0" algn="l">
              <a:lnSpc>
                <a:spcPct val="100000"/>
              </a:lnSpc>
              <a:spcBef>
                <a:spcPts val="0"/>
              </a:spcBef>
              <a:spcAft>
                <a:spcPts val="0"/>
              </a:spcAft>
              <a:buClr>
                <a:srgbClr val="000000"/>
              </a:buClr>
              <a:buSzPts val="1900"/>
              <a:buFont typeface="Arial"/>
              <a:buNone/>
            </a:pPr>
            <a:r>
              <a:t/>
            </a:r>
            <a:endParaRPr b="0" i="0" sz="1900" u="sng" cap="none" strike="noStrike">
              <a:solidFill>
                <a:schemeClr val="dk1"/>
              </a:solidFill>
              <a:latin typeface="Roboto Slab"/>
              <a:ea typeface="Roboto Slab"/>
              <a:cs typeface="Roboto Slab"/>
              <a:sym typeface="Roboto Slab"/>
            </a:endParaRPr>
          </a:p>
          <a:p>
            <a:pPr indent="0" lvl="0" marL="0" marR="0" rtl="0" algn="l">
              <a:lnSpc>
                <a:spcPct val="100000"/>
              </a:lnSpc>
              <a:spcBef>
                <a:spcPts val="0"/>
              </a:spcBef>
              <a:spcAft>
                <a:spcPts val="0"/>
              </a:spcAft>
              <a:buClr>
                <a:srgbClr val="000000"/>
              </a:buClr>
              <a:buSzPts val="1900"/>
              <a:buFont typeface="Arial"/>
              <a:buNone/>
            </a:pPr>
            <a:r>
              <a:t/>
            </a:r>
            <a:endParaRPr b="0" i="0" sz="1900" u="sng" cap="none" strike="noStrike">
              <a:solidFill>
                <a:schemeClr val="dk1"/>
              </a:solidFill>
              <a:latin typeface="Roboto Slab"/>
              <a:ea typeface="Roboto Slab"/>
              <a:cs typeface="Roboto Slab"/>
              <a:sym typeface="Roboto Slab"/>
            </a:endParaRPr>
          </a:p>
        </p:txBody>
      </p:sp>
      <p:pic>
        <p:nvPicPr>
          <p:cNvPr id="243" name="Google Shape;243;g3006347a72a_0_140"/>
          <p:cNvPicPr preferRelativeResize="0"/>
          <p:nvPr/>
        </p:nvPicPr>
        <p:blipFill rotWithShape="1">
          <a:blip r:embed="rId3">
            <a:alphaModFix/>
          </a:blip>
          <a:srcRect b="0" l="0" r="0" t="0"/>
          <a:stretch/>
        </p:blipFill>
        <p:spPr>
          <a:xfrm>
            <a:off x="1403650" y="2292700"/>
            <a:ext cx="6768125" cy="2850750"/>
          </a:xfrm>
          <a:prstGeom prst="rect">
            <a:avLst/>
          </a:prstGeom>
          <a:noFill/>
          <a:ln>
            <a:noFill/>
          </a:ln>
        </p:spPr>
      </p:pic>
      <p:sp>
        <p:nvSpPr>
          <p:cNvPr id="244" name="Google Shape;244;g3006347a72a_0_140"/>
          <p:cNvSpPr txBox="1"/>
          <p:nvPr/>
        </p:nvSpPr>
        <p:spPr>
          <a:xfrm>
            <a:off x="6564300" y="3068925"/>
            <a:ext cx="2655900" cy="3936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700"/>
              <a:buFont typeface="Arial"/>
              <a:buNone/>
            </a:pPr>
            <a:r>
              <a:rPr b="1" i="0" lang="fr" sz="1700" u="none" cap="none" strike="noStrike">
                <a:solidFill>
                  <a:srgbClr val="FF00FF"/>
                </a:solidFill>
                <a:latin typeface="Arial"/>
                <a:ea typeface="Arial"/>
                <a:cs typeface="Arial"/>
                <a:sym typeface="Arial"/>
              </a:rPr>
              <a:t>Je</a:t>
            </a:r>
            <a:r>
              <a:rPr b="1" i="0" lang="fr" sz="1700" u="none" cap="none" strike="noStrike">
                <a:solidFill>
                  <a:schemeClr val="dk1"/>
                </a:solidFill>
                <a:latin typeface="Arial"/>
                <a:ea typeface="Arial"/>
                <a:cs typeface="Arial"/>
                <a:sym typeface="Arial"/>
              </a:rPr>
              <a:t>, </a:t>
            </a:r>
            <a:r>
              <a:rPr b="1" i="0" lang="fr" sz="1700" u="none" cap="none" strike="noStrike">
                <a:solidFill>
                  <a:srgbClr val="FFC000"/>
                </a:solidFill>
                <a:latin typeface="Arial"/>
                <a:ea typeface="Arial"/>
                <a:cs typeface="Arial"/>
                <a:sym typeface="Arial"/>
              </a:rPr>
              <a:t>suis</a:t>
            </a:r>
            <a:r>
              <a:rPr b="1" i="0" lang="fr" sz="1700" u="none" cap="none" strike="noStrike">
                <a:solidFill>
                  <a:schemeClr val="dk1"/>
                </a:solidFill>
                <a:latin typeface="Arial"/>
                <a:ea typeface="Arial"/>
                <a:cs typeface="Arial"/>
                <a:sym typeface="Arial"/>
              </a:rPr>
              <a:t>, </a:t>
            </a:r>
            <a:r>
              <a:rPr b="1" i="0" lang="fr" sz="1700" u="none" cap="none" strike="noStrike">
                <a:solidFill>
                  <a:srgbClr val="FF0000"/>
                </a:solidFill>
                <a:latin typeface="Arial"/>
                <a:ea typeface="Arial"/>
                <a:cs typeface="Arial"/>
                <a:sym typeface="Arial"/>
              </a:rPr>
              <a:t>un</a:t>
            </a:r>
            <a:r>
              <a:rPr b="1" i="0" lang="fr" sz="1700" u="none" cap="none" strike="noStrike">
                <a:solidFill>
                  <a:schemeClr val="dk1"/>
                </a:solidFill>
                <a:latin typeface="Arial"/>
                <a:ea typeface="Arial"/>
                <a:cs typeface="Arial"/>
                <a:sym typeface="Arial"/>
              </a:rPr>
              <a:t>, </a:t>
            </a:r>
            <a:r>
              <a:rPr b="1" i="0" lang="fr" sz="1700" u="none" cap="none" strike="noStrike">
                <a:solidFill>
                  <a:srgbClr val="1A98DD"/>
                </a:solidFill>
                <a:latin typeface="Arial"/>
                <a:ea typeface="Arial"/>
                <a:cs typeface="Arial"/>
                <a:sym typeface="Arial"/>
              </a:rPr>
              <a:t>élève</a:t>
            </a:r>
            <a:r>
              <a:rPr b="1" i="0" lang="fr" sz="1700" u="none" cap="none" strike="noStrike">
                <a:solidFill>
                  <a:schemeClr val="dk1"/>
                </a:solidFill>
                <a:latin typeface="Arial"/>
                <a:ea typeface="Arial"/>
                <a:cs typeface="Arial"/>
                <a:sym typeface="Arial"/>
              </a:rPr>
              <a:t> </a:t>
            </a:r>
            <a:endParaRPr b="1" i="0" sz="1700" u="none" cap="none" strike="noStrike">
              <a:solidFill>
                <a:schemeClr val="dk1"/>
              </a:solidFill>
              <a:latin typeface="Arial"/>
              <a:ea typeface="Arial"/>
              <a:cs typeface="Arial"/>
              <a:sym typeface="Aria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8" name="Shape 248"/>
        <p:cNvGrpSpPr/>
        <p:nvPr/>
      </p:nvGrpSpPr>
      <p:grpSpPr>
        <a:xfrm>
          <a:off x="0" y="0"/>
          <a:ext cx="0" cy="0"/>
          <a:chOff x="0" y="0"/>
          <a:chExt cx="0" cy="0"/>
        </a:xfrm>
      </p:grpSpPr>
      <p:sp>
        <p:nvSpPr>
          <p:cNvPr id="249" name="Google Shape;249;g71ac2c4415cd17ca_5"/>
          <p:cNvSpPr/>
          <p:nvPr/>
        </p:nvSpPr>
        <p:spPr>
          <a:xfrm>
            <a:off x="332200" y="323700"/>
            <a:ext cx="4500300" cy="693900"/>
          </a:xfrm>
          <a:prstGeom prst="roundRect">
            <a:avLst>
              <a:gd fmla="val 28113" name="adj"/>
            </a:avLst>
          </a:prstGeom>
          <a:solidFill>
            <a:schemeClr val="lt1"/>
          </a:solidFill>
          <a:ln cap="flat" cmpd="sng" w="19050">
            <a:solidFill>
              <a:srgbClr val="1E1E1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500"/>
              <a:buFont typeface="Arial"/>
              <a:buNone/>
            </a:pPr>
            <a:r>
              <a:rPr b="0" i="0" lang="fr" sz="2500" u="none" cap="none" strike="noStrike">
                <a:solidFill>
                  <a:srgbClr val="1E1E1E"/>
                </a:solidFill>
                <a:latin typeface="Arial"/>
                <a:ea typeface="Arial"/>
                <a:cs typeface="Arial"/>
                <a:sym typeface="Arial"/>
              </a:rPr>
              <a:t>Basic architecture</a:t>
            </a:r>
            <a:endParaRPr b="0" i="0" sz="1400" u="none" cap="none" strike="noStrike">
              <a:solidFill>
                <a:srgbClr val="1E1E1E"/>
              </a:solidFill>
              <a:latin typeface="Roboto Mono Light"/>
              <a:ea typeface="Roboto Mono Light"/>
              <a:cs typeface="Roboto Mono Light"/>
              <a:sym typeface="Roboto Mono Light"/>
            </a:endParaRPr>
          </a:p>
        </p:txBody>
      </p:sp>
      <p:sp>
        <p:nvSpPr>
          <p:cNvPr id="250" name="Google Shape;250;g71ac2c4415cd17ca_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000"/>
              <a:buNone/>
            </a:pPr>
            <a:fld id="{00000000-1234-1234-1234-123412341234}" type="slidenum">
              <a:rPr lang="fr"/>
              <a:t>‹#›</a:t>
            </a:fld>
            <a:endParaRPr/>
          </a:p>
        </p:txBody>
      </p:sp>
      <p:pic>
        <p:nvPicPr>
          <p:cNvPr id="251" name="Google Shape;251;g71ac2c4415cd17ca_5"/>
          <p:cNvPicPr preferRelativeResize="0"/>
          <p:nvPr/>
        </p:nvPicPr>
        <p:blipFill rotWithShape="1">
          <a:blip r:embed="rId3">
            <a:alphaModFix/>
          </a:blip>
          <a:srcRect b="0" l="0" r="0" t="0"/>
          <a:stretch/>
        </p:blipFill>
        <p:spPr>
          <a:xfrm>
            <a:off x="6010501" y="2538850"/>
            <a:ext cx="3005150" cy="932975"/>
          </a:xfrm>
          <a:prstGeom prst="rect">
            <a:avLst/>
          </a:prstGeom>
          <a:noFill/>
          <a:ln>
            <a:noFill/>
          </a:ln>
        </p:spPr>
      </p:pic>
      <p:pic>
        <p:nvPicPr>
          <p:cNvPr id="252" name="Google Shape;252;g71ac2c4415cd17ca_5"/>
          <p:cNvPicPr preferRelativeResize="0"/>
          <p:nvPr/>
        </p:nvPicPr>
        <p:blipFill rotWithShape="1">
          <a:blip r:embed="rId4">
            <a:alphaModFix/>
          </a:blip>
          <a:srcRect b="0" l="0" r="0" t="0"/>
          <a:stretch/>
        </p:blipFill>
        <p:spPr>
          <a:xfrm>
            <a:off x="179800" y="1848425"/>
            <a:ext cx="5592200" cy="2883150"/>
          </a:xfrm>
          <a:prstGeom prst="rect">
            <a:avLst/>
          </a:prstGeom>
          <a:noFill/>
          <a:ln>
            <a:noFill/>
          </a:ln>
        </p:spPr>
      </p:pic>
      <p:sp>
        <p:nvSpPr>
          <p:cNvPr id="253" name="Google Shape;253;g71ac2c4415cd17ca_5"/>
          <p:cNvSpPr/>
          <p:nvPr/>
        </p:nvSpPr>
        <p:spPr>
          <a:xfrm>
            <a:off x="3835175" y="1313926"/>
            <a:ext cx="4078986" cy="1481624"/>
          </a:xfrm>
          <a:custGeom>
            <a:rect b="b" l="l" r="r" t="t"/>
            <a:pathLst>
              <a:path extrusionOk="0" h="53648" w="165208">
                <a:moveTo>
                  <a:pt x="0" y="50056"/>
                </a:moveTo>
                <a:cubicBezTo>
                  <a:pt x="0" y="39703"/>
                  <a:pt x="9087" y="31169"/>
                  <a:pt x="15905" y="23377"/>
                </a:cubicBezTo>
                <a:cubicBezTo>
                  <a:pt x="24932" y="13060"/>
                  <a:pt x="36710" y="2740"/>
                  <a:pt x="50281" y="802"/>
                </a:cubicBezTo>
                <a:cubicBezTo>
                  <a:pt x="68644" y="-1821"/>
                  <a:pt x="87277" y="3701"/>
                  <a:pt x="105692" y="5933"/>
                </a:cubicBezTo>
                <a:cubicBezTo>
                  <a:pt x="115163" y="7081"/>
                  <a:pt x="124592" y="9446"/>
                  <a:pt x="133398" y="13116"/>
                </a:cubicBezTo>
                <a:cubicBezTo>
                  <a:pt x="138499" y="15242"/>
                  <a:pt x="144884" y="15363"/>
                  <a:pt x="148790" y="19272"/>
                </a:cubicBezTo>
                <a:cubicBezTo>
                  <a:pt x="153000" y="23485"/>
                  <a:pt x="157865" y="27595"/>
                  <a:pt x="160077" y="33125"/>
                </a:cubicBezTo>
                <a:cubicBezTo>
                  <a:pt x="162696" y="39672"/>
                  <a:pt x="162054" y="47341"/>
                  <a:pt x="165208" y="53648"/>
                </a:cubicBezTo>
              </a:path>
            </a:pathLst>
          </a:custGeom>
          <a:noFill/>
          <a:ln cap="flat" cmpd="sng" w="19050">
            <a:solidFill>
              <a:schemeClr val="accent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 name="Google Shape;254;g71ac2c4415cd17ca_5"/>
          <p:cNvSpPr/>
          <p:nvPr/>
        </p:nvSpPr>
        <p:spPr>
          <a:xfrm>
            <a:off x="3155375" y="3001450"/>
            <a:ext cx="5335661" cy="2027636"/>
          </a:xfrm>
          <a:custGeom>
            <a:rect b="b" l="l" r="r" t="t"/>
            <a:pathLst>
              <a:path extrusionOk="0" h="78031" w="224211">
                <a:moveTo>
                  <a:pt x="0" y="52846"/>
                </a:moveTo>
                <a:cubicBezTo>
                  <a:pt x="7256" y="55748"/>
                  <a:pt x="14478" y="58753"/>
                  <a:pt x="21549" y="62081"/>
                </a:cubicBezTo>
                <a:cubicBezTo>
                  <a:pt x="29305" y="65731"/>
                  <a:pt x="35756" y="72536"/>
                  <a:pt x="44124" y="74395"/>
                </a:cubicBezTo>
                <a:cubicBezTo>
                  <a:pt x="52812" y="76326"/>
                  <a:pt x="61919" y="74898"/>
                  <a:pt x="70804" y="75421"/>
                </a:cubicBezTo>
                <a:cubicBezTo>
                  <a:pt x="86014" y="76316"/>
                  <a:pt x="101324" y="79155"/>
                  <a:pt x="116467" y="77473"/>
                </a:cubicBezTo>
                <a:cubicBezTo>
                  <a:pt x="122328" y="76822"/>
                  <a:pt x="127695" y="73844"/>
                  <a:pt x="133398" y="72343"/>
                </a:cubicBezTo>
                <a:cubicBezTo>
                  <a:pt x="141584" y="70188"/>
                  <a:pt x="150967" y="72537"/>
                  <a:pt x="158538" y="68751"/>
                </a:cubicBezTo>
                <a:cubicBezTo>
                  <a:pt x="168196" y="63922"/>
                  <a:pt x="177773" y="58835"/>
                  <a:pt x="186757" y="52846"/>
                </a:cubicBezTo>
                <a:cubicBezTo>
                  <a:pt x="191390" y="49757"/>
                  <a:pt x="193590" y="43873"/>
                  <a:pt x="198044" y="40532"/>
                </a:cubicBezTo>
                <a:cubicBezTo>
                  <a:pt x="201801" y="37714"/>
                  <a:pt x="206912" y="36504"/>
                  <a:pt x="209845" y="32836"/>
                </a:cubicBezTo>
                <a:cubicBezTo>
                  <a:pt x="217306" y="23506"/>
                  <a:pt x="218868" y="10686"/>
                  <a:pt x="224211" y="0"/>
                </a:cubicBezTo>
              </a:path>
            </a:pathLst>
          </a:custGeom>
          <a:noFill/>
          <a:ln cap="flat" cmpd="sng" w="19050">
            <a:solidFill>
              <a:schemeClr val="accent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 name="Google Shape;255;g71ac2c4415cd17ca_5"/>
          <p:cNvSpPr/>
          <p:nvPr/>
        </p:nvSpPr>
        <p:spPr>
          <a:xfrm>
            <a:off x="3835175" y="2714128"/>
            <a:ext cx="2347275" cy="659275"/>
          </a:xfrm>
          <a:custGeom>
            <a:rect b="b" l="l" r="r" t="t"/>
            <a:pathLst>
              <a:path extrusionOk="0" h="26371" w="93891">
                <a:moveTo>
                  <a:pt x="0" y="26372"/>
                </a:moveTo>
                <a:cubicBezTo>
                  <a:pt x="28723" y="12015"/>
                  <a:pt x="65170" y="-9537"/>
                  <a:pt x="93891" y="4823"/>
                </a:cubicBezTo>
              </a:path>
            </a:pathLst>
          </a:custGeom>
          <a:noFill/>
          <a:ln cap="flat" cmpd="sng" w="19050">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9" name="Shape 259"/>
        <p:cNvGrpSpPr/>
        <p:nvPr/>
      </p:nvGrpSpPr>
      <p:grpSpPr>
        <a:xfrm>
          <a:off x="0" y="0"/>
          <a:ext cx="0" cy="0"/>
          <a:chOff x="0" y="0"/>
          <a:chExt cx="0" cy="0"/>
        </a:xfrm>
      </p:grpSpPr>
      <p:sp>
        <p:nvSpPr>
          <p:cNvPr id="260" name="Google Shape;260;g71ac2c4415cd17ca_96"/>
          <p:cNvSpPr/>
          <p:nvPr/>
        </p:nvSpPr>
        <p:spPr>
          <a:xfrm>
            <a:off x="332200" y="323700"/>
            <a:ext cx="4500300" cy="693900"/>
          </a:xfrm>
          <a:prstGeom prst="roundRect">
            <a:avLst>
              <a:gd fmla="val 28113" name="adj"/>
            </a:avLst>
          </a:prstGeom>
          <a:solidFill>
            <a:schemeClr val="lt1"/>
          </a:solidFill>
          <a:ln cap="flat" cmpd="sng" w="19050">
            <a:solidFill>
              <a:srgbClr val="1E1E1E"/>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2500"/>
              <a:buFont typeface="Arial"/>
              <a:buNone/>
            </a:pPr>
            <a:r>
              <a:rPr b="0" i="0" lang="fr" sz="2500" u="none" cap="none" strike="noStrike">
                <a:solidFill>
                  <a:srgbClr val="1E1E1E"/>
                </a:solidFill>
                <a:latin typeface="Arial"/>
                <a:ea typeface="Arial"/>
                <a:cs typeface="Arial"/>
                <a:sym typeface="Arial"/>
              </a:rPr>
              <a:t>Basic architecture</a:t>
            </a:r>
            <a:endParaRPr b="0" i="0" sz="1400" u="none" cap="none" strike="noStrike">
              <a:solidFill>
                <a:srgbClr val="1E1E1E"/>
              </a:solidFill>
              <a:latin typeface="Roboto Mono Light"/>
              <a:ea typeface="Roboto Mono Light"/>
              <a:cs typeface="Roboto Mono Light"/>
              <a:sym typeface="Roboto Mono Light"/>
            </a:endParaRPr>
          </a:p>
        </p:txBody>
      </p:sp>
      <p:sp>
        <p:nvSpPr>
          <p:cNvPr id="261" name="Google Shape;261;g71ac2c4415cd17ca_9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spcBef>
                <a:spcPts val="0"/>
              </a:spcBef>
              <a:spcAft>
                <a:spcPts val="0"/>
              </a:spcAft>
              <a:buClr>
                <a:srgbClr val="000000"/>
              </a:buClr>
              <a:buSzPts val="1000"/>
              <a:buFont typeface="Arial"/>
              <a:buNone/>
            </a:pPr>
            <a:fld id="{00000000-1234-1234-1234-123412341234}" type="slidenum">
              <a:rPr lang="fr"/>
              <a:t>‹#›</a:t>
            </a:fld>
            <a:endParaRPr/>
          </a:p>
        </p:txBody>
      </p:sp>
      <p:sp>
        <p:nvSpPr>
          <p:cNvPr id="262" name="Google Shape;262;g71ac2c4415cd17ca_96"/>
          <p:cNvSpPr/>
          <p:nvPr/>
        </p:nvSpPr>
        <p:spPr>
          <a:xfrm>
            <a:off x="230875" y="2039450"/>
            <a:ext cx="679800" cy="22062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Mono Light"/>
              <a:ea typeface="Roboto Mono Light"/>
              <a:cs typeface="Roboto Mono Light"/>
              <a:sym typeface="Roboto Mono Light"/>
            </a:endParaRPr>
          </a:p>
        </p:txBody>
      </p:sp>
      <p:sp>
        <p:nvSpPr>
          <p:cNvPr id="263" name="Google Shape;263;g71ac2c4415cd17ca_96"/>
          <p:cNvSpPr/>
          <p:nvPr/>
        </p:nvSpPr>
        <p:spPr>
          <a:xfrm>
            <a:off x="1832863" y="1459600"/>
            <a:ext cx="4952400" cy="35946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Mono Light"/>
              <a:ea typeface="Roboto Mono Light"/>
              <a:cs typeface="Roboto Mono Light"/>
              <a:sym typeface="Roboto Mono Light"/>
            </a:endParaRPr>
          </a:p>
        </p:txBody>
      </p:sp>
      <p:sp>
        <p:nvSpPr>
          <p:cNvPr id="264" name="Google Shape;264;g71ac2c4415cd17ca_96"/>
          <p:cNvSpPr txBox="1"/>
          <p:nvPr/>
        </p:nvSpPr>
        <p:spPr>
          <a:xfrm>
            <a:off x="3720750" y="1091150"/>
            <a:ext cx="1151400" cy="2949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800"/>
              <a:buFont typeface="Arial"/>
              <a:buNone/>
            </a:pPr>
            <a:r>
              <a:rPr b="1" i="0" lang="fr" sz="1800" u="none" cap="none" strike="noStrike">
                <a:solidFill>
                  <a:schemeClr val="dk2"/>
                </a:solidFill>
                <a:latin typeface="Arial"/>
                <a:ea typeface="Arial"/>
                <a:cs typeface="Arial"/>
                <a:sym typeface="Arial"/>
              </a:rPr>
              <a:t>ASR</a:t>
            </a:r>
            <a:endParaRPr b="1" i="0" sz="1800" u="none" cap="none" strike="noStrike">
              <a:solidFill>
                <a:schemeClr val="dk2"/>
              </a:solidFill>
              <a:latin typeface="Arial"/>
              <a:ea typeface="Arial"/>
              <a:cs typeface="Arial"/>
              <a:sym typeface="Arial"/>
            </a:endParaRPr>
          </a:p>
        </p:txBody>
      </p:sp>
      <p:sp>
        <p:nvSpPr>
          <p:cNvPr id="265" name="Google Shape;265;g71ac2c4415cd17ca_96"/>
          <p:cNvSpPr/>
          <p:nvPr/>
        </p:nvSpPr>
        <p:spPr>
          <a:xfrm>
            <a:off x="7694475" y="2039450"/>
            <a:ext cx="679800" cy="22062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Mono Light"/>
              <a:ea typeface="Roboto Mono Light"/>
              <a:cs typeface="Roboto Mono Light"/>
              <a:sym typeface="Roboto Mono Light"/>
            </a:endParaRPr>
          </a:p>
        </p:txBody>
      </p:sp>
      <p:cxnSp>
        <p:nvCxnSpPr>
          <p:cNvPr id="266" name="Google Shape;266;g71ac2c4415cd17ca_96"/>
          <p:cNvCxnSpPr/>
          <p:nvPr/>
        </p:nvCxnSpPr>
        <p:spPr>
          <a:xfrm flipH="1" rot="10800000">
            <a:off x="218050" y="2704075"/>
            <a:ext cx="705600" cy="12900"/>
          </a:xfrm>
          <a:prstGeom prst="straightConnector1">
            <a:avLst/>
          </a:prstGeom>
          <a:noFill/>
          <a:ln cap="flat" cmpd="sng" w="9525">
            <a:solidFill>
              <a:schemeClr val="dk2"/>
            </a:solidFill>
            <a:prstDash val="solid"/>
            <a:round/>
            <a:headEnd len="sm" w="sm" type="none"/>
            <a:tailEnd len="sm" w="sm" type="none"/>
          </a:ln>
        </p:spPr>
      </p:cxnSp>
      <p:cxnSp>
        <p:nvCxnSpPr>
          <p:cNvPr id="267" name="Google Shape;267;g71ac2c4415cd17ca_96"/>
          <p:cNvCxnSpPr/>
          <p:nvPr/>
        </p:nvCxnSpPr>
        <p:spPr>
          <a:xfrm flipH="1" rot="10800000">
            <a:off x="218050" y="3466075"/>
            <a:ext cx="705600" cy="12900"/>
          </a:xfrm>
          <a:prstGeom prst="straightConnector1">
            <a:avLst/>
          </a:prstGeom>
          <a:noFill/>
          <a:ln cap="flat" cmpd="sng" w="9525">
            <a:solidFill>
              <a:schemeClr val="dk2"/>
            </a:solidFill>
            <a:prstDash val="solid"/>
            <a:round/>
            <a:headEnd len="sm" w="sm" type="none"/>
            <a:tailEnd len="sm" w="sm" type="none"/>
          </a:ln>
        </p:spPr>
      </p:cxnSp>
      <p:sp>
        <p:nvSpPr>
          <p:cNvPr id="268" name="Google Shape;268;g71ac2c4415cd17ca_96"/>
          <p:cNvSpPr txBox="1"/>
          <p:nvPr/>
        </p:nvSpPr>
        <p:spPr>
          <a:xfrm>
            <a:off x="230950" y="2295975"/>
            <a:ext cx="679800" cy="205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1" i="0" lang="fr" sz="1400" u="none" cap="none" strike="noStrike">
                <a:solidFill>
                  <a:schemeClr val="accent1"/>
                </a:solidFill>
                <a:latin typeface="Arial"/>
                <a:ea typeface="Arial"/>
                <a:cs typeface="Arial"/>
                <a:sym typeface="Arial"/>
              </a:rPr>
              <a:t>O1</a:t>
            </a:r>
            <a:endParaRPr b="1" i="0" sz="1400" u="none" cap="none" strike="noStrike">
              <a:solidFill>
                <a:schemeClr val="accent1"/>
              </a:solidFill>
              <a:latin typeface="Arial"/>
              <a:ea typeface="Arial"/>
              <a:cs typeface="Arial"/>
              <a:sym typeface="Arial"/>
            </a:endParaRPr>
          </a:p>
        </p:txBody>
      </p:sp>
      <p:sp>
        <p:nvSpPr>
          <p:cNvPr id="269" name="Google Shape;269;g71ac2c4415cd17ca_96"/>
          <p:cNvSpPr txBox="1"/>
          <p:nvPr/>
        </p:nvSpPr>
        <p:spPr>
          <a:xfrm>
            <a:off x="230950" y="3039950"/>
            <a:ext cx="679800" cy="205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1" i="0" lang="fr" sz="1400" u="none" cap="none" strike="noStrike">
                <a:solidFill>
                  <a:schemeClr val="accent1"/>
                </a:solidFill>
                <a:latin typeface="Arial"/>
                <a:ea typeface="Arial"/>
                <a:cs typeface="Arial"/>
                <a:sym typeface="Arial"/>
              </a:rPr>
              <a:t>O2</a:t>
            </a:r>
            <a:endParaRPr b="1" i="0" sz="1400" u="none" cap="none" strike="noStrike">
              <a:solidFill>
                <a:schemeClr val="accent1"/>
              </a:solidFill>
              <a:latin typeface="Arial"/>
              <a:ea typeface="Arial"/>
              <a:cs typeface="Arial"/>
              <a:sym typeface="Arial"/>
            </a:endParaRPr>
          </a:p>
        </p:txBody>
      </p:sp>
      <p:sp>
        <p:nvSpPr>
          <p:cNvPr id="270" name="Google Shape;270;g71ac2c4415cd17ca_96"/>
          <p:cNvSpPr txBox="1"/>
          <p:nvPr/>
        </p:nvSpPr>
        <p:spPr>
          <a:xfrm>
            <a:off x="230950" y="3783925"/>
            <a:ext cx="679800" cy="205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1" i="0" lang="fr" sz="1400" u="none" cap="none" strike="noStrike">
                <a:solidFill>
                  <a:schemeClr val="accent1"/>
                </a:solidFill>
                <a:latin typeface="Arial"/>
                <a:ea typeface="Arial"/>
                <a:cs typeface="Arial"/>
                <a:sym typeface="Arial"/>
              </a:rPr>
              <a:t>O3</a:t>
            </a:r>
            <a:endParaRPr b="1" i="0" sz="1400" u="none" cap="none" strike="noStrike">
              <a:solidFill>
                <a:schemeClr val="accent1"/>
              </a:solidFill>
              <a:latin typeface="Arial"/>
              <a:ea typeface="Arial"/>
              <a:cs typeface="Arial"/>
              <a:sym typeface="Arial"/>
            </a:endParaRPr>
          </a:p>
        </p:txBody>
      </p:sp>
      <p:sp>
        <p:nvSpPr>
          <p:cNvPr id="271" name="Google Shape;271;g71ac2c4415cd17ca_96"/>
          <p:cNvSpPr txBox="1"/>
          <p:nvPr/>
        </p:nvSpPr>
        <p:spPr>
          <a:xfrm>
            <a:off x="7694475" y="2223325"/>
            <a:ext cx="679800" cy="205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1" i="0" lang="fr" sz="1400" u="none" cap="none" strike="noStrike">
                <a:solidFill>
                  <a:schemeClr val="accent4"/>
                </a:solidFill>
                <a:latin typeface="Arial"/>
                <a:ea typeface="Arial"/>
                <a:cs typeface="Arial"/>
                <a:sym typeface="Arial"/>
              </a:rPr>
              <a:t>w1</a:t>
            </a:r>
            <a:endParaRPr b="1" i="0" sz="1400" u="none" cap="none" strike="noStrike">
              <a:solidFill>
                <a:schemeClr val="accent4"/>
              </a:solidFill>
              <a:latin typeface="Arial"/>
              <a:ea typeface="Arial"/>
              <a:cs typeface="Arial"/>
              <a:sym typeface="Arial"/>
            </a:endParaRPr>
          </a:p>
        </p:txBody>
      </p:sp>
      <p:cxnSp>
        <p:nvCxnSpPr>
          <p:cNvPr id="272" name="Google Shape;272;g71ac2c4415cd17ca_96"/>
          <p:cNvCxnSpPr/>
          <p:nvPr/>
        </p:nvCxnSpPr>
        <p:spPr>
          <a:xfrm flipH="1" rot="10800000">
            <a:off x="7668050" y="2565300"/>
            <a:ext cx="705600" cy="12900"/>
          </a:xfrm>
          <a:prstGeom prst="straightConnector1">
            <a:avLst/>
          </a:prstGeom>
          <a:noFill/>
          <a:ln cap="flat" cmpd="sng" w="9525">
            <a:solidFill>
              <a:schemeClr val="dk2"/>
            </a:solidFill>
            <a:prstDash val="solid"/>
            <a:round/>
            <a:headEnd len="sm" w="sm" type="none"/>
            <a:tailEnd len="sm" w="sm" type="none"/>
          </a:ln>
        </p:spPr>
      </p:cxnSp>
      <p:cxnSp>
        <p:nvCxnSpPr>
          <p:cNvPr id="273" name="Google Shape;273;g71ac2c4415cd17ca_96"/>
          <p:cNvCxnSpPr/>
          <p:nvPr/>
        </p:nvCxnSpPr>
        <p:spPr>
          <a:xfrm flipH="1" rot="10800000">
            <a:off x="7681575" y="3466075"/>
            <a:ext cx="705600" cy="12900"/>
          </a:xfrm>
          <a:prstGeom prst="straightConnector1">
            <a:avLst/>
          </a:prstGeom>
          <a:noFill/>
          <a:ln cap="flat" cmpd="sng" w="9525">
            <a:solidFill>
              <a:schemeClr val="dk2"/>
            </a:solidFill>
            <a:prstDash val="solid"/>
            <a:round/>
            <a:headEnd len="sm" w="sm" type="none"/>
            <a:tailEnd len="sm" w="sm" type="none"/>
          </a:ln>
        </p:spPr>
      </p:cxnSp>
      <p:sp>
        <p:nvSpPr>
          <p:cNvPr id="274" name="Google Shape;274;g71ac2c4415cd17ca_96"/>
          <p:cNvSpPr txBox="1"/>
          <p:nvPr/>
        </p:nvSpPr>
        <p:spPr>
          <a:xfrm>
            <a:off x="7680950" y="3039950"/>
            <a:ext cx="679800" cy="205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1" i="0" lang="fr" sz="1400" u="none" cap="none" strike="noStrike">
                <a:solidFill>
                  <a:schemeClr val="accent4"/>
                </a:solidFill>
                <a:latin typeface="Arial"/>
                <a:ea typeface="Arial"/>
                <a:cs typeface="Arial"/>
                <a:sym typeface="Arial"/>
              </a:rPr>
              <a:t>w2</a:t>
            </a:r>
            <a:endParaRPr b="1" i="0" sz="1400" u="none" cap="none" strike="noStrike">
              <a:solidFill>
                <a:schemeClr val="accent4"/>
              </a:solidFill>
              <a:latin typeface="Arial"/>
              <a:ea typeface="Arial"/>
              <a:cs typeface="Arial"/>
              <a:sym typeface="Arial"/>
            </a:endParaRPr>
          </a:p>
        </p:txBody>
      </p:sp>
      <p:sp>
        <p:nvSpPr>
          <p:cNvPr id="275" name="Google Shape;275;g71ac2c4415cd17ca_96"/>
          <p:cNvSpPr txBox="1"/>
          <p:nvPr/>
        </p:nvSpPr>
        <p:spPr>
          <a:xfrm>
            <a:off x="7680950" y="3783925"/>
            <a:ext cx="679800" cy="205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1" i="0" lang="fr" sz="1400" u="none" cap="none" strike="noStrike">
                <a:solidFill>
                  <a:schemeClr val="accent4"/>
                </a:solidFill>
                <a:latin typeface="Arial"/>
                <a:ea typeface="Arial"/>
                <a:cs typeface="Arial"/>
                <a:sym typeface="Arial"/>
              </a:rPr>
              <a:t>w</a:t>
            </a:r>
            <a:r>
              <a:rPr b="1" lang="fr">
                <a:solidFill>
                  <a:schemeClr val="accent4"/>
                </a:solidFill>
              </a:rPr>
              <a:t>3</a:t>
            </a:r>
            <a:endParaRPr b="1" i="0" sz="1400" u="none" cap="none" strike="noStrike">
              <a:solidFill>
                <a:schemeClr val="accent4"/>
              </a:solidFill>
              <a:latin typeface="Arial"/>
              <a:ea typeface="Arial"/>
              <a:cs typeface="Arial"/>
              <a:sym typeface="Arial"/>
            </a:endParaRPr>
          </a:p>
        </p:txBody>
      </p:sp>
      <p:sp>
        <p:nvSpPr>
          <p:cNvPr id="276" name="Google Shape;276;g71ac2c4415cd17ca_96"/>
          <p:cNvSpPr/>
          <p:nvPr/>
        </p:nvSpPr>
        <p:spPr>
          <a:xfrm>
            <a:off x="2039450" y="1885525"/>
            <a:ext cx="1962600" cy="615600"/>
          </a:xfrm>
          <a:prstGeom prst="rect">
            <a:avLst/>
          </a:prstGeom>
          <a:solidFill>
            <a:schemeClr val="lt2"/>
          </a:solidFill>
          <a:ln cap="flat" cmpd="sng" w="2857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1" i="0" lang="fr" sz="1400" u="none" cap="none" strike="noStrike">
                <a:solidFill>
                  <a:srgbClr val="000000"/>
                </a:solidFill>
                <a:latin typeface="Roboto Mono"/>
                <a:ea typeface="Roboto Mono"/>
                <a:cs typeface="Roboto Mono"/>
                <a:sym typeface="Roboto Mono"/>
              </a:rPr>
              <a:t>Acoustic Model</a:t>
            </a:r>
            <a:endParaRPr b="1" i="0" sz="1400" u="none" cap="none" strike="noStrike">
              <a:solidFill>
                <a:srgbClr val="000000"/>
              </a:solidFill>
              <a:latin typeface="Roboto Mono"/>
              <a:ea typeface="Roboto Mono"/>
              <a:cs typeface="Roboto Mono"/>
              <a:sym typeface="Roboto Mono"/>
            </a:endParaRPr>
          </a:p>
        </p:txBody>
      </p:sp>
      <p:sp>
        <p:nvSpPr>
          <p:cNvPr id="277" name="Google Shape;277;g71ac2c4415cd17ca_96"/>
          <p:cNvSpPr/>
          <p:nvPr/>
        </p:nvSpPr>
        <p:spPr>
          <a:xfrm>
            <a:off x="4572000" y="1885525"/>
            <a:ext cx="1874700" cy="615600"/>
          </a:xfrm>
          <a:prstGeom prst="rect">
            <a:avLst/>
          </a:prstGeom>
          <a:solidFill>
            <a:schemeClr val="lt2"/>
          </a:solidFill>
          <a:ln cap="flat" cmpd="sng" w="28575">
            <a:solidFill>
              <a:srgbClr val="F9AB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1" i="0" lang="fr" sz="1400" u="none" cap="none" strike="noStrike">
                <a:solidFill>
                  <a:srgbClr val="000000"/>
                </a:solidFill>
                <a:latin typeface="Roboto Mono"/>
                <a:ea typeface="Roboto Mono"/>
                <a:cs typeface="Roboto Mono"/>
                <a:sym typeface="Roboto Mono"/>
              </a:rPr>
              <a:t>Language Model</a:t>
            </a:r>
            <a:endParaRPr b="1" i="0" sz="1400" u="none" cap="none" strike="noStrike">
              <a:solidFill>
                <a:srgbClr val="000000"/>
              </a:solidFill>
              <a:latin typeface="Roboto Mono"/>
              <a:ea typeface="Roboto Mono"/>
              <a:cs typeface="Roboto Mono"/>
              <a:sym typeface="Roboto Mono"/>
            </a:endParaRPr>
          </a:p>
        </p:txBody>
      </p:sp>
      <p:sp>
        <p:nvSpPr>
          <p:cNvPr id="278" name="Google Shape;278;g71ac2c4415cd17ca_96"/>
          <p:cNvSpPr/>
          <p:nvPr/>
        </p:nvSpPr>
        <p:spPr>
          <a:xfrm>
            <a:off x="872225" y="2154875"/>
            <a:ext cx="1192875" cy="218050"/>
          </a:xfrm>
          <a:custGeom>
            <a:rect b="b" l="l" r="r" t="t"/>
            <a:pathLst>
              <a:path extrusionOk="0" h="8722" w="47715">
                <a:moveTo>
                  <a:pt x="0" y="8722"/>
                </a:moveTo>
                <a:cubicBezTo>
                  <a:pt x="5993" y="7523"/>
                  <a:pt x="11451" y="4278"/>
                  <a:pt x="17444" y="3079"/>
                </a:cubicBezTo>
                <a:cubicBezTo>
                  <a:pt x="27389" y="1090"/>
                  <a:pt x="38643" y="4536"/>
                  <a:pt x="47715" y="0"/>
                </a:cubicBezTo>
              </a:path>
            </a:pathLst>
          </a:custGeom>
          <a:noFill/>
          <a:ln cap="flat" cmpd="sng" w="28575">
            <a:solidFill>
              <a:srgbClr val="1F1F1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 name="Google Shape;279;g71ac2c4415cd17ca_96"/>
          <p:cNvSpPr/>
          <p:nvPr/>
        </p:nvSpPr>
        <p:spPr>
          <a:xfrm>
            <a:off x="3293425" y="3630050"/>
            <a:ext cx="1962600" cy="393600"/>
          </a:xfrm>
          <a:prstGeom prst="rect">
            <a:avLst/>
          </a:prstGeom>
          <a:solidFill>
            <a:schemeClr val="lt2"/>
          </a:solidFill>
          <a:ln cap="flat" cmpd="sng" w="28575">
            <a:solidFill>
              <a:srgbClr val="D93025"/>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1" i="0" lang="fr" sz="1400" u="none" cap="none" strike="noStrike">
                <a:solidFill>
                  <a:srgbClr val="000000"/>
                </a:solidFill>
                <a:latin typeface="Roboto Mono"/>
                <a:ea typeface="Roboto Mono"/>
                <a:cs typeface="Roboto Mono"/>
                <a:sym typeface="Roboto Mono"/>
              </a:rPr>
              <a:t>Decoder</a:t>
            </a:r>
            <a:endParaRPr b="1" i="0" sz="1400" u="none" cap="none" strike="noStrike">
              <a:solidFill>
                <a:srgbClr val="000000"/>
              </a:solidFill>
              <a:latin typeface="Roboto Mono"/>
              <a:ea typeface="Roboto Mono"/>
              <a:cs typeface="Roboto Mono"/>
              <a:sym typeface="Roboto Mono"/>
            </a:endParaRPr>
          </a:p>
        </p:txBody>
      </p:sp>
      <p:sp>
        <p:nvSpPr>
          <p:cNvPr id="280" name="Google Shape;280;g71ac2c4415cd17ca_96"/>
          <p:cNvSpPr/>
          <p:nvPr/>
        </p:nvSpPr>
        <p:spPr>
          <a:xfrm>
            <a:off x="6451825" y="2180525"/>
            <a:ext cx="1308325" cy="192400"/>
          </a:xfrm>
          <a:custGeom>
            <a:rect b="b" l="l" r="r" t="t"/>
            <a:pathLst>
              <a:path extrusionOk="0" h="7696" w="52333">
                <a:moveTo>
                  <a:pt x="52333" y="7696"/>
                </a:moveTo>
                <a:cubicBezTo>
                  <a:pt x="41510" y="7696"/>
                  <a:pt x="30749" y="5960"/>
                  <a:pt x="20009" y="4618"/>
                </a:cubicBezTo>
                <a:cubicBezTo>
                  <a:pt x="13217" y="3769"/>
                  <a:pt x="6845" y="0"/>
                  <a:pt x="0" y="0"/>
                </a:cubicBezTo>
              </a:path>
            </a:pathLst>
          </a:cu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 name="Google Shape;281;g71ac2c4415cd17ca_96"/>
          <p:cNvSpPr/>
          <p:nvPr/>
        </p:nvSpPr>
        <p:spPr>
          <a:xfrm>
            <a:off x="6477475" y="2398600"/>
            <a:ext cx="1257025" cy="743925"/>
          </a:xfrm>
          <a:custGeom>
            <a:rect b="b" l="l" r="r" t="t"/>
            <a:pathLst>
              <a:path extrusionOk="0" h="29757" w="50281">
                <a:moveTo>
                  <a:pt x="50281" y="29757"/>
                </a:moveTo>
                <a:cubicBezTo>
                  <a:pt x="39516" y="27800"/>
                  <a:pt x="30023" y="21332"/>
                  <a:pt x="20523" y="15905"/>
                </a:cubicBezTo>
                <a:cubicBezTo>
                  <a:pt x="13008" y="11612"/>
                  <a:pt x="3871" y="7741"/>
                  <a:pt x="0" y="0"/>
                </a:cubicBezTo>
              </a:path>
            </a:pathLst>
          </a:cu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 name="Google Shape;282;g71ac2c4415cd17ca_96"/>
          <p:cNvSpPr/>
          <p:nvPr/>
        </p:nvSpPr>
        <p:spPr>
          <a:xfrm>
            <a:off x="6362025" y="2488375"/>
            <a:ext cx="1372475" cy="1500725"/>
          </a:xfrm>
          <a:custGeom>
            <a:rect b="b" l="l" r="r" t="t"/>
            <a:pathLst>
              <a:path extrusionOk="0" h="60029" w="54899">
                <a:moveTo>
                  <a:pt x="54899" y="60029"/>
                </a:moveTo>
                <a:cubicBezTo>
                  <a:pt x="42515" y="39391"/>
                  <a:pt x="18111" y="28545"/>
                  <a:pt x="3079" y="9748"/>
                </a:cubicBezTo>
                <a:cubicBezTo>
                  <a:pt x="951" y="7087"/>
                  <a:pt x="1524" y="3048"/>
                  <a:pt x="0" y="0"/>
                </a:cubicBezTo>
              </a:path>
            </a:pathLst>
          </a:cu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 name="Google Shape;283;g71ac2c4415cd17ca_96"/>
          <p:cNvSpPr txBox="1"/>
          <p:nvPr/>
        </p:nvSpPr>
        <p:spPr>
          <a:xfrm>
            <a:off x="4771375" y="2826775"/>
            <a:ext cx="1706100" cy="4776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200"/>
              <a:buFont typeface="Arial"/>
              <a:buNone/>
            </a:pPr>
            <a:r>
              <a:rPr b="1" i="0" lang="fr" sz="1200" u="none" cap="none" strike="noStrike">
                <a:solidFill>
                  <a:srgbClr val="F9AB00"/>
                </a:solidFill>
                <a:latin typeface="Arial"/>
                <a:ea typeface="Arial"/>
                <a:cs typeface="Arial"/>
                <a:sym typeface="Arial"/>
              </a:rPr>
              <a:t>p(w1), p(w2), p(w3)</a:t>
            </a:r>
            <a:endParaRPr b="1" i="0" sz="1200" u="none" cap="none" strike="noStrike">
              <a:solidFill>
                <a:srgbClr val="F9AB00"/>
              </a:solidFill>
              <a:latin typeface="Arial"/>
              <a:ea typeface="Arial"/>
              <a:cs typeface="Arial"/>
              <a:sym typeface="Arial"/>
            </a:endParaRPr>
          </a:p>
        </p:txBody>
      </p:sp>
      <p:cxnSp>
        <p:nvCxnSpPr>
          <p:cNvPr id="284" name="Google Shape;284;g71ac2c4415cd17ca_96"/>
          <p:cNvCxnSpPr>
            <a:stCxn id="277" idx="2"/>
            <a:endCxn id="283" idx="0"/>
          </p:cNvCxnSpPr>
          <p:nvPr/>
        </p:nvCxnSpPr>
        <p:spPr>
          <a:xfrm>
            <a:off x="5509350" y="2501125"/>
            <a:ext cx="115200" cy="325800"/>
          </a:xfrm>
          <a:prstGeom prst="straightConnector1">
            <a:avLst/>
          </a:prstGeom>
          <a:noFill/>
          <a:ln cap="flat" cmpd="sng" w="9525">
            <a:solidFill>
              <a:schemeClr val="dk2"/>
            </a:solidFill>
            <a:prstDash val="solid"/>
            <a:round/>
            <a:headEnd len="sm" w="sm" type="none"/>
            <a:tailEnd len="sm" w="sm" type="none"/>
          </a:ln>
        </p:spPr>
      </p:cxnSp>
      <p:sp>
        <p:nvSpPr>
          <p:cNvPr id="285" name="Google Shape;285;g71ac2c4415cd17ca_96"/>
          <p:cNvSpPr txBox="1"/>
          <p:nvPr/>
        </p:nvSpPr>
        <p:spPr>
          <a:xfrm>
            <a:off x="2321625" y="2732075"/>
            <a:ext cx="1551900" cy="5130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300"/>
              <a:buFont typeface="Arial"/>
              <a:buNone/>
            </a:pPr>
            <a:r>
              <a:rPr b="1" i="0" lang="fr" sz="1300" u="none" cap="none" strike="noStrike">
                <a:solidFill>
                  <a:schemeClr val="accent5"/>
                </a:solidFill>
                <a:latin typeface="Arial"/>
                <a:ea typeface="Arial"/>
                <a:cs typeface="Arial"/>
                <a:sym typeface="Arial"/>
              </a:rPr>
              <a:t>p(o1|w1)</a:t>
            </a:r>
            <a:endParaRPr b="1" i="0" sz="1300" u="none" cap="none" strike="noStrike">
              <a:solidFill>
                <a:schemeClr val="accent5"/>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300"/>
              <a:buFont typeface="Arial"/>
              <a:buNone/>
            </a:pPr>
            <a:r>
              <a:rPr b="1" i="0" lang="fr" sz="1300" u="none" cap="none" strike="noStrike">
                <a:solidFill>
                  <a:schemeClr val="accent5"/>
                </a:solidFill>
                <a:latin typeface="Arial"/>
                <a:ea typeface="Arial"/>
                <a:cs typeface="Arial"/>
                <a:sym typeface="Arial"/>
              </a:rPr>
              <a:t>p(o1|w2)</a:t>
            </a:r>
            <a:endParaRPr b="1" i="0" sz="1300" u="none" cap="none" strike="noStrike">
              <a:solidFill>
                <a:schemeClr val="accent5"/>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300"/>
              <a:buFont typeface="Arial"/>
              <a:buNone/>
            </a:pPr>
            <a:r>
              <a:rPr b="1" i="0" lang="fr" sz="1300" u="none" cap="none" strike="noStrike">
                <a:solidFill>
                  <a:schemeClr val="accent5"/>
                </a:solidFill>
                <a:latin typeface="Arial"/>
                <a:ea typeface="Arial"/>
                <a:cs typeface="Arial"/>
                <a:sym typeface="Arial"/>
              </a:rPr>
              <a:t>p(o1|w3)</a:t>
            </a:r>
            <a:endParaRPr b="1" i="0" sz="1300" u="none" cap="none" strike="noStrike">
              <a:solidFill>
                <a:schemeClr val="accent5"/>
              </a:solidFill>
              <a:latin typeface="Arial"/>
              <a:ea typeface="Arial"/>
              <a:cs typeface="Arial"/>
              <a:sym typeface="Arial"/>
            </a:endParaRPr>
          </a:p>
        </p:txBody>
      </p:sp>
      <p:cxnSp>
        <p:nvCxnSpPr>
          <p:cNvPr id="286" name="Google Shape;286;g71ac2c4415cd17ca_96"/>
          <p:cNvCxnSpPr>
            <a:stCxn id="276" idx="2"/>
            <a:endCxn id="285" idx="0"/>
          </p:cNvCxnSpPr>
          <p:nvPr/>
        </p:nvCxnSpPr>
        <p:spPr>
          <a:xfrm>
            <a:off x="3020750" y="2501125"/>
            <a:ext cx="76800" cy="231000"/>
          </a:xfrm>
          <a:prstGeom prst="straightConnector1">
            <a:avLst/>
          </a:prstGeom>
          <a:noFill/>
          <a:ln cap="flat" cmpd="sng" w="9525">
            <a:solidFill>
              <a:schemeClr val="dk2"/>
            </a:solidFill>
            <a:prstDash val="solid"/>
            <a:round/>
            <a:headEnd len="sm" w="sm" type="none"/>
            <a:tailEnd len="sm" w="sm" type="none"/>
          </a:ln>
        </p:spPr>
      </p:cxnSp>
      <p:cxnSp>
        <p:nvCxnSpPr>
          <p:cNvPr id="287" name="Google Shape;287;g71ac2c4415cd17ca_96"/>
          <p:cNvCxnSpPr>
            <a:stCxn id="285" idx="2"/>
            <a:endCxn id="279" idx="0"/>
          </p:cNvCxnSpPr>
          <p:nvPr/>
        </p:nvCxnSpPr>
        <p:spPr>
          <a:xfrm>
            <a:off x="3097575" y="3245075"/>
            <a:ext cx="1177200" cy="384900"/>
          </a:xfrm>
          <a:prstGeom prst="straightConnector1">
            <a:avLst/>
          </a:prstGeom>
          <a:noFill/>
          <a:ln cap="flat" cmpd="sng" w="9525">
            <a:solidFill>
              <a:schemeClr val="dk2"/>
            </a:solidFill>
            <a:prstDash val="solid"/>
            <a:round/>
            <a:headEnd len="sm" w="sm" type="none"/>
            <a:tailEnd len="sm" w="sm" type="none"/>
          </a:ln>
        </p:spPr>
      </p:cxnSp>
      <p:cxnSp>
        <p:nvCxnSpPr>
          <p:cNvPr id="288" name="Google Shape;288;g71ac2c4415cd17ca_96"/>
          <p:cNvCxnSpPr>
            <a:stCxn id="283" idx="2"/>
            <a:endCxn id="279" idx="0"/>
          </p:cNvCxnSpPr>
          <p:nvPr/>
        </p:nvCxnSpPr>
        <p:spPr>
          <a:xfrm flipH="1">
            <a:off x="4274725" y="3304375"/>
            <a:ext cx="1349700" cy="325800"/>
          </a:xfrm>
          <a:prstGeom prst="straightConnector1">
            <a:avLst/>
          </a:prstGeom>
          <a:noFill/>
          <a:ln cap="flat" cmpd="sng" w="9525">
            <a:solidFill>
              <a:schemeClr val="dk2"/>
            </a:solidFill>
            <a:prstDash val="solid"/>
            <a:round/>
            <a:headEnd len="sm" w="sm" type="none"/>
            <a:tailEnd len="sm" w="sm" type="none"/>
          </a:ln>
        </p:spPr>
      </p:cxnSp>
      <p:sp>
        <p:nvSpPr>
          <p:cNvPr id="289" name="Google Shape;289;g71ac2c4415cd17ca_96"/>
          <p:cNvSpPr txBox="1"/>
          <p:nvPr/>
        </p:nvSpPr>
        <p:spPr>
          <a:xfrm>
            <a:off x="2039500" y="4322600"/>
            <a:ext cx="1962600" cy="4776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chemeClr val="dk1"/>
              </a:buClr>
              <a:buSzPts val="1100"/>
              <a:buFont typeface="Arial"/>
              <a:buNone/>
            </a:pPr>
            <a:r>
              <a:rPr b="1" i="0" lang="fr" sz="1300" u="none" cap="none" strike="noStrike">
                <a:solidFill>
                  <a:schemeClr val="accent5"/>
                </a:solidFill>
                <a:latin typeface="Arial"/>
                <a:ea typeface="Arial"/>
                <a:cs typeface="Arial"/>
                <a:sym typeface="Arial"/>
              </a:rPr>
              <a:t>p(o1|w1) </a:t>
            </a:r>
            <a:r>
              <a:rPr b="1" i="0" lang="fr" sz="1300" u="none" cap="none" strike="noStrike">
                <a:solidFill>
                  <a:srgbClr val="D93025"/>
                </a:solidFill>
                <a:latin typeface="Arial"/>
                <a:ea typeface="Arial"/>
                <a:cs typeface="Arial"/>
                <a:sym typeface="Arial"/>
              </a:rPr>
              <a:t>x</a:t>
            </a:r>
            <a:r>
              <a:rPr b="1" i="0" lang="fr" sz="1300" u="none" cap="none" strike="noStrike">
                <a:solidFill>
                  <a:schemeClr val="accent5"/>
                </a:solidFill>
                <a:latin typeface="Arial"/>
                <a:ea typeface="Arial"/>
                <a:cs typeface="Arial"/>
                <a:sym typeface="Arial"/>
              </a:rPr>
              <a:t> </a:t>
            </a:r>
            <a:r>
              <a:rPr b="1" i="0" lang="fr" sz="1300" u="none" cap="none" strike="noStrike">
                <a:solidFill>
                  <a:srgbClr val="F9AB00"/>
                </a:solidFill>
                <a:latin typeface="Arial"/>
                <a:ea typeface="Arial"/>
                <a:cs typeface="Arial"/>
                <a:sym typeface="Arial"/>
              </a:rPr>
              <a:t>p(w1) </a:t>
            </a:r>
            <a:r>
              <a:rPr b="1" i="0" lang="fr" sz="1300" u="none" cap="none" strike="noStrike">
                <a:solidFill>
                  <a:schemeClr val="dk1"/>
                </a:solidFill>
                <a:latin typeface="Arial"/>
                <a:ea typeface="Arial"/>
                <a:cs typeface="Arial"/>
                <a:sym typeface="Arial"/>
              </a:rPr>
              <a:t>= 0.5</a:t>
            </a:r>
            <a:endParaRPr b="1" i="0" sz="13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100"/>
              <a:buFont typeface="Arial"/>
              <a:buNone/>
            </a:pPr>
            <a:r>
              <a:rPr b="1" i="0" lang="fr" sz="1300" u="none" cap="none" strike="noStrike">
                <a:solidFill>
                  <a:schemeClr val="accent5"/>
                </a:solidFill>
                <a:latin typeface="Arial"/>
                <a:ea typeface="Arial"/>
                <a:cs typeface="Arial"/>
                <a:sym typeface="Arial"/>
              </a:rPr>
              <a:t>p(o1|w2) </a:t>
            </a:r>
            <a:r>
              <a:rPr b="1" i="0" lang="fr" sz="1300" u="none" cap="none" strike="noStrike">
                <a:solidFill>
                  <a:srgbClr val="D93025"/>
                </a:solidFill>
                <a:latin typeface="Arial"/>
                <a:ea typeface="Arial"/>
                <a:cs typeface="Arial"/>
                <a:sym typeface="Arial"/>
              </a:rPr>
              <a:t>x</a:t>
            </a:r>
            <a:r>
              <a:rPr b="1" i="0" lang="fr" sz="1300" u="none" cap="none" strike="noStrike">
                <a:solidFill>
                  <a:schemeClr val="accent5"/>
                </a:solidFill>
                <a:latin typeface="Arial"/>
                <a:ea typeface="Arial"/>
                <a:cs typeface="Arial"/>
                <a:sym typeface="Arial"/>
              </a:rPr>
              <a:t> </a:t>
            </a:r>
            <a:r>
              <a:rPr b="1" i="0" lang="fr" sz="1300" u="none" cap="none" strike="noStrike">
                <a:solidFill>
                  <a:srgbClr val="F9AB00"/>
                </a:solidFill>
                <a:latin typeface="Arial"/>
                <a:ea typeface="Arial"/>
                <a:cs typeface="Arial"/>
                <a:sym typeface="Arial"/>
              </a:rPr>
              <a:t>p(w2) </a:t>
            </a:r>
            <a:r>
              <a:rPr b="1" i="0" lang="fr" sz="1300" u="none" cap="none" strike="noStrike">
                <a:solidFill>
                  <a:schemeClr val="dk1"/>
                </a:solidFill>
                <a:latin typeface="Arial"/>
                <a:ea typeface="Arial"/>
                <a:cs typeface="Arial"/>
                <a:sym typeface="Arial"/>
              </a:rPr>
              <a:t>= 0.6</a:t>
            </a:r>
            <a:endParaRPr b="1" i="0" sz="13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chemeClr val="dk1"/>
              </a:buClr>
              <a:buSzPts val="1100"/>
              <a:buFont typeface="Arial"/>
              <a:buNone/>
            </a:pPr>
            <a:r>
              <a:rPr b="1" i="0" lang="fr" sz="1300" u="none" cap="none" strike="noStrike">
                <a:solidFill>
                  <a:schemeClr val="accent5"/>
                </a:solidFill>
                <a:latin typeface="Arial"/>
                <a:ea typeface="Arial"/>
                <a:cs typeface="Arial"/>
                <a:sym typeface="Arial"/>
              </a:rPr>
              <a:t>p(o1|w3) </a:t>
            </a:r>
            <a:r>
              <a:rPr b="1" i="0" lang="fr" sz="1300" u="none" cap="none" strike="noStrike">
                <a:solidFill>
                  <a:srgbClr val="D93025"/>
                </a:solidFill>
                <a:latin typeface="Arial"/>
                <a:ea typeface="Arial"/>
                <a:cs typeface="Arial"/>
                <a:sym typeface="Arial"/>
              </a:rPr>
              <a:t>x</a:t>
            </a:r>
            <a:r>
              <a:rPr b="1" i="0" lang="fr" sz="1300" u="none" cap="none" strike="noStrike">
                <a:solidFill>
                  <a:schemeClr val="accent5"/>
                </a:solidFill>
                <a:latin typeface="Arial"/>
                <a:ea typeface="Arial"/>
                <a:cs typeface="Arial"/>
                <a:sym typeface="Arial"/>
              </a:rPr>
              <a:t> </a:t>
            </a:r>
            <a:r>
              <a:rPr b="1" i="0" lang="fr" sz="1300" u="none" cap="none" strike="noStrike">
                <a:solidFill>
                  <a:srgbClr val="F9AB00"/>
                </a:solidFill>
                <a:latin typeface="Arial"/>
                <a:ea typeface="Arial"/>
                <a:cs typeface="Arial"/>
                <a:sym typeface="Arial"/>
              </a:rPr>
              <a:t>p(w3) </a:t>
            </a:r>
            <a:r>
              <a:rPr b="1" i="0" lang="fr" sz="1300" u="none" cap="none" strike="noStrike">
                <a:solidFill>
                  <a:schemeClr val="dk1"/>
                </a:solidFill>
                <a:latin typeface="Arial"/>
                <a:ea typeface="Arial"/>
                <a:cs typeface="Arial"/>
                <a:sym typeface="Arial"/>
              </a:rPr>
              <a:t>= 0.2</a:t>
            </a:r>
            <a:endParaRPr b="1" i="0" sz="13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dk2"/>
              </a:solidFill>
              <a:latin typeface="Roboto Mono Light"/>
              <a:ea typeface="Roboto Mono Light"/>
              <a:cs typeface="Roboto Mono Light"/>
              <a:sym typeface="Roboto Mono Light"/>
            </a:endParaRPr>
          </a:p>
        </p:txBody>
      </p:sp>
      <p:cxnSp>
        <p:nvCxnSpPr>
          <p:cNvPr id="290" name="Google Shape;290;g71ac2c4415cd17ca_96"/>
          <p:cNvCxnSpPr>
            <a:stCxn id="279" idx="2"/>
            <a:endCxn id="289" idx="0"/>
          </p:cNvCxnSpPr>
          <p:nvPr/>
        </p:nvCxnSpPr>
        <p:spPr>
          <a:xfrm flipH="1">
            <a:off x="3020725" y="4023650"/>
            <a:ext cx="1254000" cy="299100"/>
          </a:xfrm>
          <a:prstGeom prst="straightConnector1">
            <a:avLst/>
          </a:prstGeom>
          <a:noFill/>
          <a:ln cap="flat" cmpd="sng" w="9525">
            <a:solidFill>
              <a:schemeClr val="dk2"/>
            </a:solidFill>
            <a:prstDash val="solid"/>
            <a:round/>
            <a:headEnd len="sm" w="sm" type="none"/>
            <a:tailEnd len="sm" w="sm" type="none"/>
          </a:ln>
        </p:spPr>
      </p:cxnSp>
      <p:sp>
        <p:nvSpPr>
          <p:cNvPr id="291" name="Google Shape;291;g71ac2c4415cd17ca_96"/>
          <p:cNvSpPr txBox="1"/>
          <p:nvPr/>
        </p:nvSpPr>
        <p:spPr>
          <a:xfrm>
            <a:off x="5256025" y="4505300"/>
            <a:ext cx="1048800" cy="2949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900"/>
              <a:buFont typeface="Arial"/>
              <a:buNone/>
            </a:pPr>
            <a:r>
              <a:rPr b="1" i="0" lang="fr" sz="1900" u="none" cap="none" strike="noStrike">
                <a:solidFill>
                  <a:schemeClr val="accent1"/>
                </a:solidFill>
                <a:latin typeface="Arial"/>
                <a:ea typeface="Arial"/>
                <a:cs typeface="Arial"/>
                <a:sym typeface="Arial"/>
              </a:rPr>
              <a:t>w2</a:t>
            </a:r>
            <a:endParaRPr b="1" i="0" sz="1900" u="none" cap="none" strike="noStrike">
              <a:solidFill>
                <a:schemeClr val="accent1"/>
              </a:solidFill>
              <a:latin typeface="Arial"/>
              <a:ea typeface="Arial"/>
              <a:cs typeface="Arial"/>
              <a:sym typeface="Arial"/>
            </a:endParaRPr>
          </a:p>
        </p:txBody>
      </p:sp>
      <p:cxnSp>
        <p:nvCxnSpPr>
          <p:cNvPr id="292" name="Google Shape;292;g71ac2c4415cd17ca_96"/>
          <p:cNvCxnSpPr>
            <a:stCxn id="289" idx="3"/>
            <a:endCxn id="291" idx="1"/>
          </p:cNvCxnSpPr>
          <p:nvPr/>
        </p:nvCxnSpPr>
        <p:spPr>
          <a:xfrm>
            <a:off x="4002100" y="4561400"/>
            <a:ext cx="1254000" cy="91500"/>
          </a:xfrm>
          <a:prstGeom prst="straightConnector1">
            <a:avLst/>
          </a:prstGeom>
          <a:noFill/>
          <a:ln cap="flat" cmpd="sng" w="9525">
            <a:solidFill>
              <a:schemeClr val="dk2"/>
            </a:solidFill>
            <a:prstDash val="solid"/>
            <a:round/>
            <a:headEnd len="sm" w="sm" type="none"/>
            <a:tailEnd len="med" w="med" type="triangle"/>
          </a:ln>
        </p:spPr>
      </p:cxnSp>
      <p:sp>
        <p:nvSpPr>
          <p:cNvPr id="293" name="Google Shape;293;g71ac2c4415cd17ca_96"/>
          <p:cNvSpPr txBox="1"/>
          <p:nvPr/>
        </p:nvSpPr>
        <p:spPr>
          <a:xfrm>
            <a:off x="4299725" y="4292875"/>
            <a:ext cx="641400" cy="192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300"/>
              <a:buFont typeface="Arial"/>
              <a:buNone/>
            </a:pPr>
            <a:r>
              <a:rPr b="1" i="0" lang="fr" sz="1300" u="none" cap="none" strike="noStrike">
                <a:solidFill>
                  <a:srgbClr val="FF7DAF"/>
                </a:solidFill>
                <a:latin typeface="Arial"/>
                <a:ea typeface="Arial"/>
                <a:cs typeface="Arial"/>
                <a:sym typeface="Arial"/>
              </a:rPr>
              <a:t>max()</a:t>
            </a:r>
            <a:endParaRPr b="1" i="0" sz="1300" u="none" cap="none" strike="noStrike">
              <a:solidFill>
                <a:srgbClr val="FF7DAF"/>
              </a:solidFill>
              <a:latin typeface="Arial"/>
              <a:ea typeface="Arial"/>
              <a:cs typeface="Arial"/>
              <a:sym typeface="Arial"/>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7" name="Shape 297"/>
        <p:cNvGrpSpPr/>
        <p:nvPr/>
      </p:nvGrpSpPr>
      <p:grpSpPr>
        <a:xfrm>
          <a:off x="0" y="0"/>
          <a:ext cx="0" cy="0"/>
          <a:chOff x="0" y="0"/>
          <a:chExt cx="0" cy="0"/>
        </a:xfrm>
      </p:grpSpPr>
      <p:sp>
        <p:nvSpPr>
          <p:cNvPr id="298" name="Google Shape;298;g3006347a72a_0_155"/>
          <p:cNvSpPr/>
          <p:nvPr/>
        </p:nvSpPr>
        <p:spPr>
          <a:xfrm>
            <a:off x="1403648" y="123478"/>
            <a:ext cx="7128900" cy="523800"/>
          </a:xfrm>
          <a:prstGeom prst="snip2DiagRect">
            <a:avLst>
              <a:gd fmla="val 0" name="adj1"/>
              <a:gd fmla="val 16667" name="adj2"/>
            </a:avLst>
          </a:prstGeom>
          <a:gradFill>
            <a:gsLst>
              <a:gs pos="0">
                <a:srgbClr val="82BAFF"/>
              </a:gs>
              <a:gs pos="50000">
                <a:srgbClr val="B3D3FF"/>
              </a:gs>
              <a:gs pos="100000">
                <a:srgbClr val="DAE9FF"/>
              </a:gs>
            </a:gsLst>
            <a:path path="circle">
              <a:fillToRect b="100%" l="100%"/>
            </a:path>
            <a:tileRect r="-100%" t="-10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299" name="Google Shape;299;g3006347a72a_0_155"/>
          <p:cNvSpPr txBox="1"/>
          <p:nvPr>
            <p:ph idx="4294967295" type="sldNum"/>
          </p:nvPr>
        </p:nvSpPr>
        <p:spPr>
          <a:xfrm>
            <a:off x="8404384" y="4749851"/>
            <a:ext cx="548700" cy="3936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1300"/>
              <a:buNone/>
            </a:pPr>
            <a:fld id="{00000000-1234-1234-1234-123412341234}" type="slidenum">
              <a:rPr lang="fr"/>
              <a:t>‹#›</a:t>
            </a:fld>
            <a:endParaRPr/>
          </a:p>
        </p:txBody>
      </p:sp>
      <p:sp>
        <p:nvSpPr>
          <p:cNvPr id="300" name="Google Shape;300;g3006347a72a_0_155"/>
          <p:cNvSpPr txBox="1"/>
          <p:nvPr>
            <p:ph idx="4294967295" type="ctrTitle"/>
          </p:nvPr>
        </p:nvSpPr>
        <p:spPr>
          <a:xfrm>
            <a:off x="1979712" y="-20538"/>
            <a:ext cx="6552600" cy="8268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accent1"/>
              </a:buClr>
              <a:buSzPts val="2000"/>
              <a:buFont typeface="Roboto Slab"/>
              <a:buNone/>
            </a:pPr>
            <a:r>
              <a:rPr b="1" i="0" lang="fr" sz="1800" u="none" cap="none" strike="noStrike">
                <a:solidFill>
                  <a:schemeClr val="dk1"/>
                </a:solidFill>
                <a:latin typeface="Roboto Slab"/>
                <a:ea typeface="Roboto Slab"/>
                <a:cs typeface="Roboto Slab"/>
                <a:sym typeface="Roboto Slab"/>
              </a:rPr>
              <a:t>2.   GÉNÉRALITÉS </a:t>
            </a:r>
            <a:endParaRPr b="1" i="0" sz="1800" u="none" cap="none" strike="noStrike">
              <a:solidFill>
                <a:schemeClr val="dk1"/>
              </a:solidFill>
              <a:latin typeface="Roboto Slab"/>
              <a:ea typeface="Roboto Slab"/>
              <a:cs typeface="Roboto Slab"/>
              <a:sym typeface="Roboto Slab"/>
            </a:endParaRPr>
          </a:p>
        </p:txBody>
      </p:sp>
      <p:sp>
        <p:nvSpPr>
          <p:cNvPr id="301" name="Google Shape;301;g3006347a72a_0_155"/>
          <p:cNvSpPr txBox="1"/>
          <p:nvPr/>
        </p:nvSpPr>
        <p:spPr>
          <a:xfrm>
            <a:off x="1238675" y="1076400"/>
            <a:ext cx="7794300" cy="38289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000"/>
              <a:buFont typeface="Arial"/>
              <a:buNone/>
            </a:pPr>
            <a:r>
              <a:rPr b="1" i="0" lang="fr" sz="2000" u="none" cap="none" strike="noStrike">
                <a:solidFill>
                  <a:schemeClr val="dk1"/>
                </a:solidFill>
                <a:latin typeface="Roboto Slab"/>
                <a:ea typeface="Roboto Slab"/>
                <a:cs typeface="Roboto Slab"/>
                <a:sym typeface="Roboto Slab"/>
              </a:rPr>
              <a:t>Réseaux de neurones graphes GNN</a:t>
            </a:r>
            <a:endParaRPr b="1" i="0" sz="2000" u="none" cap="none" strike="noStrike">
              <a:solidFill>
                <a:schemeClr val="dk1"/>
              </a:solidFill>
              <a:latin typeface="Roboto Slab"/>
              <a:ea typeface="Roboto Slab"/>
              <a:cs typeface="Roboto Slab"/>
              <a:sym typeface="Roboto Slab"/>
            </a:endParaRPr>
          </a:p>
          <a:p>
            <a:pPr indent="0" lvl="0" marL="0" marR="0" rtl="0" algn="l">
              <a:lnSpc>
                <a:spcPct val="100000"/>
              </a:lnSpc>
              <a:spcBef>
                <a:spcPts val="0"/>
              </a:spcBef>
              <a:spcAft>
                <a:spcPts val="0"/>
              </a:spcAft>
              <a:buClr>
                <a:srgbClr val="000000"/>
              </a:buClr>
              <a:buSzPts val="2000"/>
              <a:buFont typeface="Arial"/>
              <a:buNone/>
            </a:pPr>
            <a:r>
              <a:t/>
            </a:r>
            <a:endParaRPr b="1" i="0" sz="2000" u="none" cap="none" strike="noStrike">
              <a:solidFill>
                <a:schemeClr val="dk1"/>
              </a:solidFill>
              <a:latin typeface="Roboto Slab"/>
              <a:ea typeface="Roboto Slab"/>
              <a:cs typeface="Roboto Slab"/>
              <a:sym typeface="Roboto Slab"/>
            </a:endParaRPr>
          </a:p>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Roboto Slab"/>
              <a:ea typeface="Roboto Slab"/>
              <a:cs typeface="Roboto Slab"/>
              <a:sym typeface="Roboto Slab"/>
            </a:endParaRPr>
          </a:p>
          <a:p>
            <a:pPr indent="0" lvl="0" marL="0" marR="0" rtl="0" algn="l">
              <a:lnSpc>
                <a:spcPct val="100000"/>
              </a:lnSpc>
              <a:spcBef>
                <a:spcPts val="0"/>
              </a:spcBef>
              <a:spcAft>
                <a:spcPts val="0"/>
              </a:spcAft>
              <a:buClr>
                <a:srgbClr val="000000"/>
              </a:buClr>
              <a:buSzPts val="1900"/>
              <a:buFont typeface="Arial"/>
              <a:buNone/>
            </a:pPr>
            <a:r>
              <a:t/>
            </a:r>
            <a:endParaRPr b="0" i="0" sz="1900" u="sng" cap="none" strike="noStrike">
              <a:solidFill>
                <a:schemeClr val="dk1"/>
              </a:solidFill>
              <a:latin typeface="Roboto Slab"/>
              <a:ea typeface="Roboto Slab"/>
              <a:cs typeface="Roboto Slab"/>
              <a:sym typeface="Roboto Slab"/>
            </a:endParaRPr>
          </a:p>
        </p:txBody>
      </p:sp>
      <p:pic>
        <p:nvPicPr>
          <p:cNvPr id="302" name="Google Shape;302;g3006347a72a_0_155"/>
          <p:cNvPicPr preferRelativeResize="0"/>
          <p:nvPr/>
        </p:nvPicPr>
        <p:blipFill rotWithShape="1">
          <a:blip r:embed="rId3">
            <a:alphaModFix/>
          </a:blip>
          <a:srcRect b="0" l="0" r="0" t="0"/>
          <a:stretch/>
        </p:blipFill>
        <p:spPr>
          <a:xfrm>
            <a:off x="1890800" y="2163663"/>
            <a:ext cx="4714300" cy="1654375"/>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6" name="Shape 306"/>
        <p:cNvGrpSpPr/>
        <p:nvPr/>
      </p:nvGrpSpPr>
      <p:grpSpPr>
        <a:xfrm>
          <a:off x="0" y="0"/>
          <a:ext cx="0" cy="0"/>
          <a:chOff x="0" y="0"/>
          <a:chExt cx="0" cy="0"/>
        </a:xfrm>
      </p:grpSpPr>
      <p:sp>
        <p:nvSpPr>
          <p:cNvPr id="307" name="Google Shape;307;g3006347a72a_0_166"/>
          <p:cNvSpPr/>
          <p:nvPr/>
        </p:nvSpPr>
        <p:spPr>
          <a:xfrm>
            <a:off x="1403648" y="123478"/>
            <a:ext cx="7128900" cy="523800"/>
          </a:xfrm>
          <a:prstGeom prst="snip2DiagRect">
            <a:avLst>
              <a:gd fmla="val 0" name="adj1"/>
              <a:gd fmla="val 16667" name="adj2"/>
            </a:avLst>
          </a:prstGeom>
          <a:gradFill>
            <a:gsLst>
              <a:gs pos="0">
                <a:srgbClr val="0075E5"/>
              </a:gs>
              <a:gs pos="100000">
                <a:srgbClr val="04325F"/>
              </a:gs>
            </a:gsLst>
            <a:lin ang="5400012"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308" name="Google Shape;308;g3006347a72a_0_166"/>
          <p:cNvSpPr txBox="1"/>
          <p:nvPr>
            <p:ph idx="4294967295" type="sldNum"/>
          </p:nvPr>
        </p:nvSpPr>
        <p:spPr>
          <a:xfrm>
            <a:off x="8404384" y="4749851"/>
            <a:ext cx="548700" cy="3936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1300"/>
              <a:buNone/>
            </a:pPr>
            <a:fld id="{00000000-1234-1234-1234-123412341234}" type="slidenum">
              <a:rPr lang="fr"/>
              <a:t>‹#›</a:t>
            </a:fld>
            <a:endParaRPr/>
          </a:p>
        </p:txBody>
      </p:sp>
      <p:sp>
        <p:nvSpPr>
          <p:cNvPr id="309" name="Google Shape;309;g3006347a72a_0_166"/>
          <p:cNvSpPr txBox="1"/>
          <p:nvPr>
            <p:ph idx="4294967295" type="ctrTitle"/>
          </p:nvPr>
        </p:nvSpPr>
        <p:spPr>
          <a:xfrm>
            <a:off x="1979712" y="-20538"/>
            <a:ext cx="6552600" cy="8268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accent1"/>
              </a:buClr>
              <a:buSzPts val="2000"/>
              <a:buFont typeface="Roboto Slab"/>
              <a:buNone/>
            </a:pPr>
            <a:r>
              <a:rPr b="1" i="0" lang="fr" sz="1800" u="none" cap="none" strike="noStrike">
                <a:solidFill>
                  <a:schemeClr val="dk1"/>
                </a:solidFill>
                <a:latin typeface="Roboto Slab"/>
                <a:ea typeface="Roboto Slab"/>
                <a:cs typeface="Roboto Slab"/>
                <a:sym typeface="Roboto Slab"/>
              </a:rPr>
              <a:t>2.   GÉNÉRALITÉS </a:t>
            </a:r>
            <a:endParaRPr b="1" i="0" sz="1800" u="none" cap="none" strike="noStrike">
              <a:solidFill>
                <a:schemeClr val="dk1"/>
              </a:solidFill>
              <a:latin typeface="Roboto Slab"/>
              <a:ea typeface="Roboto Slab"/>
              <a:cs typeface="Roboto Slab"/>
              <a:sym typeface="Roboto Slab"/>
            </a:endParaRPr>
          </a:p>
        </p:txBody>
      </p:sp>
      <p:sp>
        <p:nvSpPr>
          <p:cNvPr id="310" name="Google Shape;310;g3006347a72a_0_166"/>
          <p:cNvSpPr txBox="1"/>
          <p:nvPr/>
        </p:nvSpPr>
        <p:spPr>
          <a:xfrm>
            <a:off x="1238675" y="1076400"/>
            <a:ext cx="7794300" cy="38289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000"/>
              <a:buFont typeface="Arial"/>
              <a:buNone/>
            </a:pPr>
            <a:r>
              <a:rPr b="1" i="0" lang="fr" sz="2000" u="none" cap="none" strike="noStrike">
                <a:solidFill>
                  <a:schemeClr val="dk1"/>
                </a:solidFill>
                <a:latin typeface="Roboto Slab"/>
                <a:ea typeface="Roboto Slab"/>
                <a:cs typeface="Roboto Slab"/>
                <a:sym typeface="Roboto Slab"/>
              </a:rPr>
              <a:t>Réseaux de neurones graphes GNN</a:t>
            </a:r>
            <a:endParaRPr b="1" i="0" sz="2000" u="none" cap="none" strike="noStrike">
              <a:solidFill>
                <a:schemeClr val="dk1"/>
              </a:solidFill>
              <a:latin typeface="Roboto Slab"/>
              <a:ea typeface="Roboto Slab"/>
              <a:cs typeface="Roboto Slab"/>
              <a:sym typeface="Roboto Slab"/>
            </a:endParaRPr>
          </a:p>
          <a:p>
            <a:pPr indent="0" lvl="0" marL="0" marR="0" rtl="0" algn="l">
              <a:lnSpc>
                <a:spcPct val="100000"/>
              </a:lnSpc>
              <a:spcBef>
                <a:spcPts val="0"/>
              </a:spcBef>
              <a:spcAft>
                <a:spcPts val="0"/>
              </a:spcAft>
              <a:buClr>
                <a:srgbClr val="000000"/>
              </a:buClr>
              <a:buSzPts val="2000"/>
              <a:buFont typeface="Arial"/>
              <a:buNone/>
            </a:pPr>
            <a:r>
              <a:t/>
            </a:r>
            <a:endParaRPr b="1" i="0" sz="2000" u="none" cap="none" strike="noStrike">
              <a:solidFill>
                <a:schemeClr val="dk1"/>
              </a:solidFill>
              <a:latin typeface="Roboto Slab"/>
              <a:ea typeface="Roboto Slab"/>
              <a:cs typeface="Roboto Slab"/>
              <a:sym typeface="Roboto Slab"/>
            </a:endParaRPr>
          </a:p>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Roboto Slab"/>
              <a:ea typeface="Roboto Slab"/>
              <a:cs typeface="Roboto Slab"/>
              <a:sym typeface="Roboto Slab"/>
            </a:endParaRPr>
          </a:p>
          <a:p>
            <a:pPr indent="0" lvl="0" marL="0" marR="0" rtl="0" algn="l">
              <a:lnSpc>
                <a:spcPct val="100000"/>
              </a:lnSpc>
              <a:spcBef>
                <a:spcPts val="0"/>
              </a:spcBef>
              <a:spcAft>
                <a:spcPts val="0"/>
              </a:spcAft>
              <a:buClr>
                <a:srgbClr val="000000"/>
              </a:buClr>
              <a:buSzPts val="1900"/>
              <a:buFont typeface="Arial"/>
              <a:buNone/>
            </a:pPr>
            <a:r>
              <a:t/>
            </a:r>
            <a:endParaRPr b="0" i="0" sz="1900" u="sng" cap="none" strike="noStrike">
              <a:solidFill>
                <a:schemeClr val="dk1"/>
              </a:solidFill>
              <a:latin typeface="Roboto Slab"/>
              <a:ea typeface="Roboto Slab"/>
              <a:cs typeface="Roboto Slab"/>
              <a:sym typeface="Roboto Slab"/>
            </a:endParaRPr>
          </a:p>
        </p:txBody>
      </p:sp>
      <p:pic>
        <p:nvPicPr>
          <p:cNvPr id="311" name="Google Shape;311;g3006347a72a_0_166"/>
          <p:cNvPicPr preferRelativeResize="0"/>
          <p:nvPr/>
        </p:nvPicPr>
        <p:blipFill rotWithShape="1">
          <a:blip r:embed="rId3">
            <a:alphaModFix/>
          </a:blip>
          <a:srcRect b="0" l="0" r="0" t="0"/>
          <a:stretch/>
        </p:blipFill>
        <p:spPr>
          <a:xfrm>
            <a:off x="523875" y="1771650"/>
            <a:ext cx="8096250" cy="3276600"/>
          </a:xfrm>
          <a:prstGeom prst="rect">
            <a:avLst/>
          </a:prstGeom>
          <a:noFill/>
          <a:ln>
            <a:noFill/>
          </a:ln>
        </p:spPr>
      </p:pic>
    </p:spTree>
  </p:cSld>
  <p:clrMapOvr>
    <a:masterClrMapping/>
  </p:clrMapOvr>
  <p:transition>
    <p:fade thruBlk="1"/>
  </p:transition>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5" name="Shape 315"/>
        <p:cNvGrpSpPr/>
        <p:nvPr/>
      </p:nvGrpSpPr>
      <p:grpSpPr>
        <a:xfrm>
          <a:off x="0" y="0"/>
          <a:ext cx="0" cy="0"/>
          <a:chOff x="0" y="0"/>
          <a:chExt cx="0" cy="0"/>
        </a:xfrm>
      </p:grpSpPr>
      <p:sp>
        <p:nvSpPr>
          <p:cNvPr id="316" name="Google Shape;316;g3006347a72a_0_176"/>
          <p:cNvSpPr/>
          <p:nvPr/>
        </p:nvSpPr>
        <p:spPr>
          <a:xfrm>
            <a:off x="1403648" y="123478"/>
            <a:ext cx="7128900" cy="523800"/>
          </a:xfrm>
          <a:prstGeom prst="snip2DiagRect">
            <a:avLst>
              <a:gd fmla="val 0" name="adj1"/>
              <a:gd fmla="val 16667" name="adj2"/>
            </a:avLst>
          </a:prstGeom>
          <a:gradFill>
            <a:gsLst>
              <a:gs pos="0">
                <a:srgbClr val="0075E5"/>
              </a:gs>
              <a:gs pos="100000">
                <a:srgbClr val="04325F"/>
              </a:gs>
            </a:gsLst>
            <a:lin ang="5400012"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317" name="Google Shape;317;g3006347a72a_0_176"/>
          <p:cNvSpPr txBox="1"/>
          <p:nvPr>
            <p:ph idx="4294967295" type="sldNum"/>
          </p:nvPr>
        </p:nvSpPr>
        <p:spPr>
          <a:xfrm>
            <a:off x="8404384" y="4749851"/>
            <a:ext cx="548700" cy="3936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1300"/>
              <a:buNone/>
            </a:pPr>
            <a:fld id="{00000000-1234-1234-1234-123412341234}" type="slidenum">
              <a:rPr lang="fr"/>
              <a:t>‹#›</a:t>
            </a:fld>
            <a:endParaRPr/>
          </a:p>
        </p:txBody>
      </p:sp>
      <p:sp>
        <p:nvSpPr>
          <p:cNvPr id="318" name="Google Shape;318;g3006347a72a_0_176"/>
          <p:cNvSpPr txBox="1"/>
          <p:nvPr>
            <p:ph idx="4294967295" type="ctrTitle"/>
          </p:nvPr>
        </p:nvSpPr>
        <p:spPr>
          <a:xfrm>
            <a:off x="1979712" y="-20538"/>
            <a:ext cx="6552600" cy="8268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accent1"/>
              </a:buClr>
              <a:buSzPts val="2000"/>
              <a:buFont typeface="Roboto Slab"/>
              <a:buNone/>
            </a:pPr>
            <a:r>
              <a:rPr b="1" i="0" lang="fr" sz="1800" u="none" cap="none" strike="noStrike">
                <a:solidFill>
                  <a:schemeClr val="dk1"/>
                </a:solidFill>
                <a:latin typeface="Roboto Slab"/>
                <a:ea typeface="Roboto Slab"/>
                <a:cs typeface="Roboto Slab"/>
                <a:sym typeface="Roboto Slab"/>
              </a:rPr>
              <a:t>2.   GÉNÉRALITÉS </a:t>
            </a:r>
            <a:endParaRPr b="1" i="0" sz="1800" u="none" cap="none" strike="noStrike">
              <a:solidFill>
                <a:schemeClr val="dk1"/>
              </a:solidFill>
              <a:latin typeface="Roboto Slab"/>
              <a:ea typeface="Roboto Slab"/>
              <a:cs typeface="Roboto Slab"/>
              <a:sym typeface="Roboto Slab"/>
            </a:endParaRPr>
          </a:p>
        </p:txBody>
      </p:sp>
      <p:sp>
        <p:nvSpPr>
          <p:cNvPr id="319" name="Google Shape;319;g3006347a72a_0_176"/>
          <p:cNvSpPr txBox="1"/>
          <p:nvPr/>
        </p:nvSpPr>
        <p:spPr>
          <a:xfrm>
            <a:off x="1238675" y="1076400"/>
            <a:ext cx="7714500" cy="38289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000"/>
              <a:buFont typeface="Arial"/>
              <a:buNone/>
            </a:pPr>
            <a:r>
              <a:rPr b="1" i="0" lang="fr" sz="2000" u="none" cap="none" strike="noStrike">
                <a:solidFill>
                  <a:schemeClr val="dk1"/>
                </a:solidFill>
                <a:latin typeface="Roboto Slab"/>
                <a:ea typeface="Roboto Slab"/>
                <a:cs typeface="Roboto Slab"/>
                <a:sym typeface="Roboto Slab"/>
              </a:rPr>
              <a:t>La langue Yemba</a:t>
            </a:r>
            <a:endParaRPr b="1" i="0" sz="2000" u="none" cap="none" strike="noStrike">
              <a:solidFill>
                <a:schemeClr val="dk1"/>
              </a:solidFill>
              <a:latin typeface="Roboto Slab"/>
              <a:ea typeface="Roboto Slab"/>
              <a:cs typeface="Roboto Slab"/>
              <a:sym typeface="Roboto Slab"/>
            </a:endParaRPr>
          </a:p>
          <a:p>
            <a:pPr indent="0" lvl="0" marL="0" marR="0" rtl="0" algn="l">
              <a:lnSpc>
                <a:spcPct val="100000"/>
              </a:lnSpc>
              <a:spcBef>
                <a:spcPts val="0"/>
              </a:spcBef>
              <a:spcAft>
                <a:spcPts val="0"/>
              </a:spcAft>
              <a:buClr>
                <a:srgbClr val="000000"/>
              </a:buClr>
              <a:buSzPts val="2000"/>
              <a:buFont typeface="Arial"/>
              <a:buNone/>
            </a:pPr>
            <a:r>
              <a:t/>
            </a:r>
            <a:endParaRPr b="1" i="0" sz="2000" u="none" cap="none" strike="noStrike">
              <a:solidFill>
                <a:schemeClr val="dk1"/>
              </a:solidFill>
              <a:latin typeface="Roboto Slab"/>
              <a:ea typeface="Roboto Slab"/>
              <a:cs typeface="Roboto Slab"/>
              <a:sym typeface="Roboto Slab"/>
            </a:endParaRPr>
          </a:p>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Roboto Slab"/>
              <a:ea typeface="Roboto Slab"/>
              <a:cs typeface="Roboto Slab"/>
              <a:sym typeface="Roboto Slab"/>
            </a:endParaRPr>
          </a:p>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chemeClr val="dk1"/>
              </a:solidFill>
              <a:latin typeface="Roboto Slab"/>
              <a:ea typeface="Roboto Slab"/>
              <a:cs typeface="Roboto Slab"/>
              <a:sym typeface="Roboto Slab"/>
              <a:extLst>
                <a:ext uri="http://customooxmlschemas.google.com/">
                  <go:slidesCustomData xmlns:go="http://customooxmlschemas.google.com/" textRoundtripDataId="4"/>
                </a:ext>
              </a:extLst>
            </a:endParaRPr>
          </a:p>
          <a:p>
            <a:pPr indent="-349250" lvl="0" marL="457200" marR="0" rtl="0" algn="l">
              <a:lnSpc>
                <a:spcPct val="100000"/>
              </a:lnSpc>
              <a:spcBef>
                <a:spcPts val="0"/>
              </a:spcBef>
              <a:spcAft>
                <a:spcPts val="0"/>
              </a:spcAft>
              <a:buClr>
                <a:schemeClr val="dk1"/>
              </a:buClr>
              <a:buSzPts val="1900"/>
              <a:buFont typeface="Roboto Slab"/>
              <a:buChar char="●"/>
            </a:pPr>
            <a:r>
              <a:rPr b="0" i="0" lang="fr" sz="1900" u="none" cap="none" strike="noStrike">
                <a:solidFill>
                  <a:schemeClr val="dk1"/>
                </a:solidFill>
                <a:latin typeface="Roboto Slab"/>
                <a:ea typeface="Roboto Slab"/>
                <a:cs typeface="Roboto Slab"/>
                <a:sym typeface="Roboto Slab"/>
                <a:extLst>
                  <a:ext uri="http://customooxmlschemas.google.com/">
                    <go:slidesCustomData xmlns:go="http://customooxmlschemas.google.com/" textRoundtripDataId="5"/>
                  </a:ext>
                </a:extLst>
              </a:rPr>
              <a:t>Le nom, "Yémba", signifie "</a:t>
            </a:r>
            <a:r>
              <a:rPr b="1" i="0" lang="fr" sz="1900" u="none" cap="none" strike="noStrike">
                <a:solidFill>
                  <a:schemeClr val="dk1"/>
                </a:solidFill>
                <a:latin typeface="Roboto Slab"/>
                <a:ea typeface="Roboto Slab"/>
                <a:cs typeface="Roboto Slab"/>
                <a:sym typeface="Roboto Slab"/>
                <a:extLst>
                  <a:ext uri="http://customooxmlschemas.google.com/">
                    <go:slidesCustomData xmlns:go="http://customooxmlschemas.google.com/" textRoundtripDataId="6"/>
                  </a:ext>
                </a:extLst>
              </a:rPr>
              <a:t>je dis que"</a:t>
            </a:r>
            <a:endParaRPr b="1" i="0" sz="1900" u="none" cap="none" strike="noStrike">
              <a:solidFill>
                <a:schemeClr val="dk1"/>
              </a:solidFill>
              <a:latin typeface="Roboto Slab"/>
              <a:ea typeface="Roboto Slab"/>
              <a:cs typeface="Roboto Slab"/>
              <a:sym typeface="Roboto Slab"/>
              <a:extLst>
                <a:ext uri="http://customooxmlschemas.google.com/">
                  <go:slidesCustomData xmlns:go="http://customooxmlschemas.google.com/" textRoundtripDataId="7"/>
                </a:ext>
              </a:extLst>
            </a:endParaRPr>
          </a:p>
          <a:p>
            <a:pPr indent="0" lvl="0" marL="457200" marR="0" rtl="0" algn="l">
              <a:lnSpc>
                <a:spcPct val="100000"/>
              </a:lnSpc>
              <a:spcBef>
                <a:spcPts val="0"/>
              </a:spcBef>
              <a:spcAft>
                <a:spcPts val="0"/>
              </a:spcAft>
              <a:buClr>
                <a:srgbClr val="000000"/>
              </a:buClr>
              <a:buSzPts val="1900"/>
              <a:buFont typeface="Arial"/>
              <a:buNone/>
            </a:pPr>
            <a:r>
              <a:t/>
            </a:r>
            <a:endParaRPr b="1" i="0" sz="1900" u="none" cap="none" strike="noStrike">
              <a:solidFill>
                <a:schemeClr val="dk1"/>
              </a:solidFill>
              <a:latin typeface="Roboto Slab"/>
              <a:ea typeface="Roboto Slab"/>
              <a:cs typeface="Roboto Slab"/>
              <a:sym typeface="Roboto Slab"/>
              <a:extLst>
                <a:ext uri="http://customooxmlschemas.google.com/">
                  <go:slidesCustomData xmlns:go="http://customooxmlschemas.google.com/" textRoundtripDataId="8"/>
                </a:ext>
              </a:extLst>
            </a:endParaRPr>
          </a:p>
          <a:p>
            <a:pPr indent="0" lvl="0" marL="457200" marR="0" rtl="0" algn="l">
              <a:lnSpc>
                <a:spcPct val="100000"/>
              </a:lnSpc>
              <a:spcBef>
                <a:spcPts val="0"/>
              </a:spcBef>
              <a:spcAft>
                <a:spcPts val="0"/>
              </a:spcAft>
              <a:buClr>
                <a:srgbClr val="000000"/>
              </a:buClr>
              <a:buSzPts val="1900"/>
              <a:buFont typeface="Arial"/>
              <a:buNone/>
            </a:pPr>
            <a:r>
              <a:t/>
            </a:r>
            <a:endParaRPr b="1" i="0" sz="1900" u="none" cap="none" strike="noStrike">
              <a:solidFill>
                <a:schemeClr val="dk1"/>
              </a:solidFill>
              <a:latin typeface="Roboto Slab"/>
              <a:ea typeface="Roboto Slab"/>
              <a:cs typeface="Roboto Slab"/>
              <a:sym typeface="Roboto Slab"/>
              <a:extLst>
                <a:ext uri="http://customooxmlschemas.google.com/">
                  <go:slidesCustomData xmlns:go="http://customooxmlschemas.google.com/" textRoundtripDataId="9"/>
                </a:ext>
              </a:extLst>
            </a:endParaRPr>
          </a:p>
          <a:p>
            <a:pPr indent="-349250" lvl="0" marL="457200" marR="0" rtl="0" algn="l">
              <a:lnSpc>
                <a:spcPct val="100000"/>
              </a:lnSpc>
              <a:spcBef>
                <a:spcPts val="0"/>
              </a:spcBef>
              <a:spcAft>
                <a:spcPts val="0"/>
              </a:spcAft>
              <a:buClr>
                <a:schemeClr val="dk1"/>
              </a:buClr>
              <a:buSzPts val="1900"/>
              <a:buFont typeface="Roboto Slab"/>
              <a:buChar char="●"/>
            </a:pPr>
            <a:r>
              <a:rPr b="0" i="0" lang="fr" sz="1900" u="none" cap="none" strike="noStrike">
                <a:solidFill>
                  <a:schemeClr val="dk1"/>
                </a:solidFill>
                <a:latin typeface="Roboto Slab"/>
                <a:ea typeface="Roboto Slab"/>
                <a:cs typeface="Roboto Slab"/>
                <a:sym typeface="Roboto Slab"/>
                <a:extLst>
                  <a:ext uri="http://customooxmlschemas.google.com/">
                    <go:slidesCustomData xmlns:go="http://customooxmlschemas.google.com/" textRoundtripDataId="10"/>
                  </a:ext>
                </a:extLst>
              </a:rPr>
              <a:t>Le Professeur </a:t>
            </a:r>
            <a:r>
              <a:rPr b="1" i="0" lang="fr" sz="1900" u="none" cap="none" strike="noStrike">
                <a:solidFill>
                  <a:schemeClr val="dk1"/>
                </a:solidFill>
                <a:latin typeface="Roboto Slab"/>
                <a:ea typeface="Roboto Slab"/>
                <a:cs typeface="Roboto Slab"/>
                <a:sym typeface="Roboto Slab"/>
                <a:extLst>
                  <a:ext uri="http://customooxmlschemas.google.com/">
                    <go:slidesCustomData xmlns:go="http://customooxmlschemas.google.com/" textRoundtripDataId="11"/>
                  </a:ext>
                </a:extLst>
              </a:rPr>
              <a:t>Maurice Tadadjeu</a:t>
            </a:r>
            <a:r>
              <a:rPr b="0" i="0" lang="fr" sz="1900" u="none" cap="none" strike="noStrike">
                <a:solidFill>
                  <a:schemeClr val="dk1"/>
                </a:solidFill>
                <a:latin typeface="Roboto Slab"/>
                <a:ea typeface="Roboto Slab"/>
                <a:cs typeface="Roboto Slab"/>
                <a:sym typeface="Roboto Slab"/>
                <a:extLst>
                  <a:ext uri="http://customooxmlschemas.google.com/">
                    <go:slidesCustomData xmlns:go="http://customooxmlschemas.google.com/" textRoundtripDataId="12"/>
                  </a:ext>
                </a:extLst>
              </a:rPr>
              <a:t> et le Pasteur </a:t>
            </a:r>
            <a:r>
              <a:rPr b="1" i="0" lang="fr" sz="1900" u="none" cap="none" strike="noStrike">
                <a:solidFill>
                  <a:schemeClr val="dk1"/>
                </a:solidFill>
                <a:latin typeface="Roboto Slab"/>
                <a:ea typeface="Roboto Slab"/>
                <a:cs typeface="Roboto Slab"/>
                <a:sym typeface="Roboto Slab"/>
                <a:extLst>
                  <a:ext uri="http://customooxmlschemas.google.com/">
                    <go:slidesCustomData xmlns:go="http://customooxmlschemas.google.com/" textRoundtripDataId="13"/>
                  </a:ext>
                </a:extLst>
              </a:rPr>
              <a:t>Fabien Wamba</a:t>
            </a:r>
            <a:r>
              <a:rPr b="1" i="0" lang="fr" sz="1900" u="none" cap="none" strike="noStrike">
                <a:solidFill>
                  <a:schemeClr val="dk1"/>
                </a:solidFill>
                <a:latin typeface="Roboto Slab"/>
                <a:ea typeface="Roboto Slab"/>
                <a:cs typeface="Roboto Slab"/>
                <a:sym typeface="Roboto Slab"/>
              </a:rPr>
              <a:t> s</a:t>
            </a:r>
            <a:r>
              <a:rPr b="0" i="0" lang="fr" sz="1900" u="none" cap="none" strike="noStrike">
                <a:solidFill>
                  <a:schemeClr val="dk1"/>
                </a:solidFill>
                <a:latin typeface="Roboto Slab"/>
                <a:ea typeface="Roboto Slab"/>
                <a:cs typeface="Roboto Slab"/>
                <a:sym typeface="Roboto Slab"/>
              </a:rPr>
              <a:t>ont les pionniers de la linguistique en langue Yemba.</a:t>
            </a:r>
            <a:endParaRPr b="0" i="0" sz="1900" u="none" cap="none" strike="noStrike">
              <a:solidFill>
                <a:schemeClr val="dk1"/>
              </a:solidFill>
              <a:latin typeface="Roboto Slab"/>
              <a:ea typeface="Roboto Slab"/>
              <a:cs typeface="Roboto Slab"/>
              <a:sym typeface="Roboto Slab"/>
            </a:endParaRPr>
          </a:p>
          <a:p>
            <a:pPr indent="0" lvl="0" marL="0" marR="0" rtl="0" algn="l">
              <a:lnSpc>
                <a:spcPct val="100000"/>
              </a:lnSpc>
              <a:spcBef>
                <a:spcPts val="0"/>
              </a:spcBef>
              <a:spcAft>
                <a:spcPts val="0"/>
              </a:spcAft>
              <a:buClr>
                <a:srgbClr val="000000"/>
              </a:buClr>
              <a:buSzPts val="1900"/>
              <a:buFont typeface="Arial"/>
              <a:buNone/>
            </a:pPr>
            <a:r>
              <a:t/>
            </a:r>
            <a:endParaRPr b="0" i="0" sz="1900" u="sng" cap="none" strike="noStrike">
              <a:solidFill>
                <a:schemeClr val="dk1"/>
              </a:solidFill>
              <a:latin typeface="Roboto Slab"/>
              <a:ea typeface="Roboto Slab"/>
              <a:cs typeface="Roboto Slab"/>
              <a:sym typeface="Roboto Slab"/>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3" name="Shape 323"/>
        <p:cNvGrpSpPr/>
        <p:nvPr/>
      </p:nvGrpSpPr>
      <p:grpSpPr>
        <a:xfrm>
          <a:off x="0" y="0"/>
          <a:ext cx="0" cy="0"/>
          <a:chOff x="0" y="0"/>
          <a:chExt cx="0" cy="0"/>
        </a:xfrm>
      </p:grpSpPr>
      <p:sp>
        <p:nvSpPr>
          <p:cNvPr id="324" name="Google Shape;324;g3006347a72a_0_185"/>
          <p:cNvSpPr/>
          <p:nvPr/>
        </p:nvSpPr>
        <p:spPr>
          <a:xfrm>
            <a:off x="1403648" y="123478"/>
            <a:ext cx="7128900" cy="523800"/>
          </a:xfrm>
          <a:prstGeom prst="snip2DiagRect">
            <a:avLst>
              <a:gd fmla="val 0" name="adj1"/>
              <a:gd fmla="val 16667" name="adj2"/>
            </a:avLst>
          </a:prstGeom>
          <a:gradFill>
            <a:gsLst>
              <a:gs pos="0">
                <a:srgbClr val="0075E5"/>
              </a:gs>
              <a:gs pos="100000">
                <a:srgbClr val="04325F"/>
              </a:gs>
            </a:gsLst>
            <a:lin ang="5400012"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325" name="Google Shape;325;g3006347a72a_0_185"/>
          <p:cNvSpPr txBox="1"/>
          <p:nvPr>
            <p:ph idx="4294967295" type="sldNum"/>
          </p:nvPr>
        </p:nvSpPr>
        <p:spPr>
          <a:xfrm>
            <a:off x="8404384" y="4749851"/>
            <a:ext cx="548700" cy="3936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1300"/>
              <a:buNone/>
            </a:pPr>
            <a:fld id="{00000000-1234-1234-1234-123412341234}" type="slidenum">
              <a:rPr lang="fr"/>
              <a:t>‹#›</a:t>
            </a:fld>
            <a:endParaRPr/>
          </a:p>
        </p:txBody>
      </p:sp>
      <p:sp>
        <p:nvSpPr>
          <p:cNvPr id="326" name="Google Shape;326;g3006347a72a_0_185"/>
          <p:cNvSpPr txBox="1"/>
          <p:nvPr>
            <p:ph idx="4294967295" type="ctrTitle"/>
          </p:nvPr>
        </p:nvSpPr>
        <p:spPr>
          <a:xfrm>
            <a:off x="1979712" y="-20538"/>
            <a:ext cx="6552600" cy="8268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accent1"/>
              </a:buClr>
              <a:buSzPts val="2000"/>
              <a:buFont typeface="Roboto Slab"/>
              <a:buNone/>
            </a:pPr>
            <a:r>
              <a:rPr b="1" i="0" lang="fr" sz="1800" u="none" cap="none" strike="noStrike">
                <a:solidFill>
                  <a:schemeClr val="dk1"/>
                </a:solidFill>
                <a:latin typeface="Roboto Slab"/>
                <a:ea typeface="Roboto Slab"/>
                <a:cs typeface="Roboto Slab"/>
                <a:sym typeface="Roboto Slab"/>
              </a:rPr>
              <a:t>2.   GÉNÉRALITÉS </a:t>
            </a:r>
            <a:endParaRPr b="1" i="0" sz="1800" u="none" cap="none" strike="noStrike">
              <a:solidFill>
                <a:schemeClr val="dk1"/>
              </a:solidFill>
              <a:latin typeface="Roboto Slab"/>
              <a:ea typeface="Roboto Slab"/>
              <a:cs typeface="Roboto Slab"/>
              <a:sym typeface="Roboto Slab"/>
            </a:endParaRPr>
          </a:p>
        </p:txBody>
      </p:sp>
      <p:sp>
        <p:nvSpPr>
          <p:cNvPr id="327" name="Google Shape;327;g3006347a72a_0_185"/>
          <p:cNvSpPr txBox="1"/>
          <p:nvPr/>
        </p:nvSpPr>
        <p:spPr>
          <a:xfrm>
            <a:off x="1238675" y="1076400"/>
            <a:ext cx="7794300" cy="38289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000"/>
              <a:buFont typeface="Arial"/>
              <a:buNone/>
            </a:pPr>
            <a:r>
              <a:rPr b="1" i="0" lang="fr" sz="2000" u="none" cap="none" strike="noStrike">
                <a:solidFill>
                  <a:schemeClr val="dk1"/>
                </a:solidFill>
                <a:latin typeface="Roboto Slab"/>
                <a:ea typeface="Roboto Slab"/>
                <a:cs typeface="Roboto Slab"/>
                <a:sym typeface="Roboto Slab"/>
              </a:rPr>
              <a:t>La langue Yemba</a:t>
            </a:r>
            <a:endParaRPr b="1" i="0" sz="2000" u="none" cap="none" strike="noStrike">
              <a:solidFill>
                <a:schemeClr val="dk1"/>
              </a:solidFill>
              <a:latin typeface="Roboto Slab"/>
              <a:ea typeface="Roboto Slab"/>
              <a:cs typeface="Roboto Slab"/>
              <a:sym typeface="Roboto Slab"/>
            </a:endParaRPr>
          </a:p>
          <a:p>
            <a:pPr indent="0" lvl="0" marL="0" marR="0" rtl="0" algn="l">
              <a:lnSpc>
                <a:spcPct val="100000"/>
              </a:lnSpc>
              <a:spcBef>
                <a:spcPts val="0"/>
              </a:spcBef>
              <a:spcAft>
                <a:spcPts val="0"/>
              </a:spcAft>
              <a:buClr>
                <a:srgbClr val="000000"/>
              </a:buClr>
              <a:buSzPts val="2000"/>
              <a:buFont typeface="Arial"/>
              <a:buNone/>
            </a:pPr>
            <a:r>
              <a:t/>
            </a:r>
            <a:endParaRPr b="1" i="0" sz="2000" u="none" cap="none" strike="noStrike">
              <a:solidFill>
                <a:schemeClr val="dk1"/>
              </a:solidFill>
              <a:latin typeface="Roboto Slab"/>
              <a:ea typeface="Roboto Slab"/>
              <a:cs typeface="Roboto Slab"/>
              <a:sym typeface="Roboto Slab"/>
            </a:endParaRPr>
          </a:p>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Roboto Slab"/>
              <a:ea typeface="Roboto Slab"/>
              <a:cs typeface="Roboto Slab"/>
              <a:sym typeface="Roboto Slab"/>
            </a:endParaRPr>
          </a:p>
          <a:p>
            <a:pPr indent="0" lvl="0" marL="0" marR="0" rtl="0" algn="l">
              <a:lnSpc>
                <a:spcPct val="100000"/>
              </a:lnSpc>
              <a:spcBef>
                <a:spcPts val="0"/>
              </a:spcBef>
              <a:spcAft>
                <a:spcPts val="0"/>
              </a:spcAft>
              <a:buClr>
                <a:srgbClr val="000000"/>
              </a:buClr>
              <a:buSzPts val="1900"/>
              <a:buFont typeface="Arial"/>
              <a:buNone/>
            </a:pPr>
            <a:r>
              <a:t/>
            </a:r>
            <a:endParaRPr b="0" i="0" sz="1900" u="sng" cap="none" strike="noStrike">
              <a:solidFill>
                <a:schemeClr val="dk1"/>
              </a:solidFill>
              <a:latin typeface="Roboto Slab"/>
              <a:ea typeface="Roboto Slab"/>
              <a:cs typeface="Roboto Slab"/>
              <a:sym typeface="Roboto Slab"/>
            </a:endParaRPr>
          </a:p>
        </p:txBody>
      </p:sp>
      <p:pic>
        <p:nvPicPr>
          <p:cNvPr id="328" name="Google Shape;328;g3006347a72a_0_185"/>
          <p:cNvPicPr preferRelativeResize="0"/>
          <p:nvPr/>
        </p:nvPicPr>
        <p:blipFill rotWithShape="1">
          <a:blip r:embed="rId3">
            <a:alphaModFix/>
          </a:blip>
          <a:srcRect b="0" l="0" r="0" t="0"/>
          <a:stretch/>
        </p:blipFill>
        <p:spPr>
          <a:xfrm>
            <a:off x="2143125" y="1611526"/>
            <a:ext cx="4908725" cy="3522375"/>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2" name="Shape 332"/>
        <p:cNvGrpSpPr/>
        <p:nvPr/>
      </p:nvGrpSpPr>
      <p:grpSpPr>
        <a:xfrm>
          <a:off x="0" y="0"/>
          <a:ext cx="0" cy="0"/>
          <a:chOff x="0" y="0"/>
          <a:chExt cx="0" cy="0"/>
        </a:xfrm>
      </p:grpSpPr>
      <p:sp>
        <p:nvSpPr>
          <p:cNvPr id="333" name="Google Shape;333;g3006347a72a_0_195"/>
          <p:cNvSpPr/>
          <p:nvPr/>
        </p:nvSpPr>
        <p:spPr>
          <a:xfrm>
            <a:off x="1403648" y="123478"/>
            <a:ext cx="7128900" cy="523800"/>
          </a:xfrm>
          <a:prstGeom prst="snip2DiagRect">
            <a:avLst>
              <a:gd fmla="val 0" name="adj1"/>
              <a:gd fmla="val 16667" name="adj2"/>
            </a:avLst>
          </a:prstGeom>
          <a:gradFill>
            <a:gsLst>
              <a:gs pos="0">
                <a:srgbClr val="0075E5"/>
              </a:gs>
              <a:gs pos="100000">
                <a:srgbClr val="04325F"/>
              </a:gs>
            </a:gsLst>
            <a:lin ang="5400012"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334" name="Google Shape;334;g3006347a72a_0_195"/>
          <p:cNvSpPr txBox="1"/>
          <p:nvPr>
            <p:ph idx="4294967295" type="sldNum"/>
          </p:nvPr>
        </p:nvSpPr>
        <p:spPr>
          <a:xfrm>
            <a:off x="8404384" y="4749851"/>
            <a:ext cx="548700" cy="3936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1300"/>
              <a:buNone/>
            </a:pPr>
            <a:fld id="{00000000-1234-1234-1234-123412341234}" type="slidenum">
              <a:rPr lang="fr"/>
              <a:t>‹#›</a:t>
            </a:fld>
            <a:endParaRPr/>
          </a:p>
        </p:txBody>
      </p:sp>
      <p:sp>
        <p:nvSpPr>
          <p:cNvPr id="335" name="Google Shape;335;g3006347a72a_0_195"/>
          <p:cNvSpPr txBox="1"/>
          <p:nvPr>
            <p:ph idx="4294967295" type="ctrTitle"/>
          </p:nvPr>
        </p:nvSpPr>
        <p:spPr>
          <a:xfrm>
            <a:off x="1979712" y="-20538"/>
            <a:ext cx="6552600" cy="8268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accent1"/>
              </a:buClr>
              <a:buSzPts val="2000"/>
              <a:buFont typeface="Roboto Slab"/>
              <a:buNone/>
            </a:pPr>
            <a:r>
              <a:rPr b="1" i="0" lang="fr" sz="1800" u="none" cap="none" strike="noStrike">
                <a:solidFill>
                  <a:schemeClr val="dk1"/>
                </a:solidFill>
                <a:latin typeface="Roboto Slab"/>
                <a:ea typeface="Roboto Slab"/>
                <a:cs typeface="Roboto Slab"/>
                <a:sym typeface="Roboto Slab"/>
              </a:rPr>
              <a:t>2.   GÉNÉRALITÉS </a:t>
            </a:r>
            <a:endParaRPr b="1" i="0" sz="1800" u="none" cap="none" strike="noStrike">
              <a:solidFill>
                <a:schemeClr val="dk1"/>
              </a:solidFill>
              <a:latin typeface="Roboto Slab"/>
              <a:ea typeface="Roboto Slab"/>
              <a:cs typeface="Roboto Slab"/>
              <a:sym typeface="Roboto Slab"/>
            </a:endParaRPr>
          </a:p>
        </p:txBody>
      </p:sp>
      <p:sp>
        <p:nvSpPr>
          <p:cNvPr id="336" name="Google Shape;336;g3006347a72a_0_195"/>
          <p:cNvSpPr txBox="1"/>
          <p:nvPr/>
        </p:nvSpPr>
        <p:spPr>
          <a:xfrm>
            <a:off x="1238675" y="1076400"/>
            <a:ext cx="7794300" cy="38289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000"/>
              <a:buFont typeface="Arial"/>
              <a:buNone/>
            </a:pPr>
            <a:r>
              <a:rPr b="1" i="0" lang="fr" sz="2000" u="none" cap="none" strike="noStrike">
                <a:solidFill>
                  <a:schemeClr val="dk1"/>
                </a:solidFill>
                <a:latin typeface="Roboto Slab"/>
                <a:ea typeface="Roboto Slab"/>
                <a:cs typeface="Roboto Slab"/>
                <a:sym typeface="Roboto Slab"/>
              </a:rPr>
              <a:t>La langue Yemba</a:t>
            </a:r>
            <a:endParaRPr b="1" i="0" sz="2000" u="none" cap="none" strike="noStrike">
              <a:solidFill>
                <a:schemeClr val="dk1"/>
              </a:solidFill>
              <a:latin typeface="Roboto Slab"/>
              <a:ea typeface="Roboto Slab"/>
              <a:cs typeface="Roboto Slab"/>
              <a:sym typeface="Roboto Slab"/>
            </a:endParaRPr>
          </a:p>
          <a:p>
            <a:pPr indent="0" lvl="0" marL="0" marR="0" rtl="0" algn="l">
              <a:lnSpc>
                <a:spcPct val="100000"/>
              </a:lnSpc>
              <a:spcBef>
                <a:spcPts val="0"/>
              </a:spcBef>
              <a:spcAft>
                <a:spcPts val="0"/>
              </a:spcAft>
              <a:buClr>
                <a:srgbClr val="000000"/>
              </a:buClr>
              <a:buSzPts val="2000"/>
              <a:buFont typeface="Arial"/>
              <a:buNone/>
            </a:pPr>
            <a:r>
              <a:t/>
            </a:r>
            <a:endParaRPr b="1" i="0" sz="2000" u="none" cap="none" strike="noStrike">
              <a:solidFill>
                <a:schemeClr val="dk1"/>
              </a:solidFill>
              <a:latin typeface="Roboto Slab"/>
              <a:ea typeface="Roboto Slab"/>
              <a:cs typeface="Roboto Slab"/>
              <a:sym typeface="Roboto Slab"/>
            </a:endParaRPr>
          </a:p>
          <a:p>
            <a:pPr indent="0" lvl="0" marL="0" marR="0" rtl="0" algn="l">
              <a:lnSpc>
                <a:spcPct val="100000"/>
              </a:lnSpc>
              <a:spcBef>
                <a:spcPts val="0"/>
              </a:spcBef>
              <a:spcAft>
                <a:spcPts val="0"/>
              </a:spcAft>
              <a:buClr>
                <a:srgbClr val="000000"/>
              </a:buClr>
              <a:buSzPts val="1800"/>
              <a:buFont typeface="Arial"/>
              <a:buNone/>
            </a:pPr>
            <a:r>
              <a:rPr b="0" i="0" lang="fr" sz="1800" u="sng" cap="none" strike="noStrike">
                <a:solidFill>
                  <a:schemeClr val="dk1"/>
                </a:solidFill>
                <a:latin typeface="Roboto Slab"/>
                <a:ea typeface="Roboto Slab"/>
                <a:cs typeface="Roboto Slab"/>
                <a:sym typeface="Roboto Slab"/>
              </a:rPr>
              <a:t>Caractéristiques Linguistiques</a:t>
            </a:r>
            <a:endParaRPr b="0" i="0" sz="1800" u="sng" cap="none" strike="noStrike">
              <a:solidFill>
                <a:schemeClr val="dk1"/>
              </a:solidFill>
              <a:latin typeface="Roboto Slab"/>
              <a:ea typeface="Roboto Slab"/>
              <a:cs typeface="Roboto Slab"/>
              <a:sym typeface="Roboto Slab"/>
            </a:endParaRPr>
          </a:p>
          <a:p>
            <a:pPr indent="0" lvl="0" marL="0" marR="0" rtl="0" algn="l">
              <a:lnSpc>
                <a:spcPct val="100000"/>
              </a:lnSpc>
              <a:spcBef>
                <a:spcPts val="0"/>
              </a:spcBef>
              <a:spcAft>
                <a:spcPts val="0"/>
              </a:spcAft>
              <a:buClr>
                <a:srgbClr val="000000"/>
              </a:buClr>
              <a:buSzPts val="1900"/>
              <a:buFont typeface="Arial"/>
              <a:buNone/>
            </a:pPr>
            <a:r>
              <a:t/>
            </a:r>
            <a:endParaRPr b="0" i="0" sz="1900" u="sng" cap="none" strike="noStrike">
              <a:solidFill>
                <a:schemeClr val="dk1"/>
              </a:solidFill>
              <a:latin typeface="Roboto Slab"/>
              <a:ea typeface="Roboto Slab"/>
              <a:cs typeface="Roboto Slab"/>
              <a:sym typeface="Roboto Slab"/>
            </a:endParaRPr>
          </a:p>
          <a:p>
            <a:pPr indent="0" lvl="0" marL="0" marR="0" rtl="0" algn="l">
              <a:lnSpc>
                <a:spcPct val="100000"/>
              </a:lnSpc>
              <a:spcBef>
                <a:spcPts val="0"/>
              </a:spcBef>
              <a:spcAft>
                <a:spcPts val="0"/>
              </a:spcAft>
              <a:buClr>
                <a:srgbClr val="000000"/>
              </a:buClr>
              <a:buSzPts val="1900"/>
              <a:buFont typeface="Arial"/>
              <a:buNone/>
            </a:pPr>
            <a:r>
              <a:t/>
            </a:r>
            <a:endParaRPr b="0" i="0" sz="1900" u="sng" cap="none" strike="noStrike">
              <a:solidFill>
                <a:schemeClr val="dk1"/>
              </a:solidFill>
              <a:latin typeface="Roboto Slab"/>
              <a:ea typeface="Roboto Slab"/>
              <a:cs typeface="Roboto Slab"/>
              <a:sym typeface="Roboto Slab"/>
            </a:endParaRPr>
          </a:p>
        </p:txBody>
      </p:sp>
      <p:pic>
        <p:nvPicPr>
          <p:cNvPr id="337" name="Google Shape;337;g3006347a72a_0_195"/>
          <p:cNvPicPr preferRelativeResize="0"/>
          <p:nvPr/>
        </p:nvPicPr>
        <p:blipFill rotWithShape="1">
          <a:blip r:embed="rId3">
            <a:alphaModFix/>
          </a:blip>
          <a:srcRect b="0" l="0" r="0" t="0"/>
          <a:stretch/>
        </p:blipFill>
        <p:spPr>
          <a:xfrm>
            <a:off x="1403650" y="2746075"/>
            <a:ext cx="914400" cy="561975"/>
          </a:xfrm>
          <a:prstGeom prst="rect">
            <a:avLst/>
          </a:prstGeom>
          <a:noFill/>
          <a:ln>
            <a:noFill/>
          </a:ln>
        </p:spPr>
      </p:pic>
      <p:pic>
        <p:nvPicPr>
          <p:cNvPr id="338" name="Google Shape;338;g3006347a72a_0_195"/>
          <p:cNvPicPr preferRelativeResize="0"/>
          <p:nvPr/>
        </p:nvPicPr>
        <p:blipFill rotWithShape="1">
          <a:blip r:embed="rId4">
            <a:alphaModFix/>
          </a:blip>
          <a:srcRect b="0" l="0" r="0" t="0"/>
          <a:stretch/>
        </p:blipFill>
        <p:spPr>
          <a:xfrm>
            <a:off x="4114800" y="2746075"/>
            <a:ext cx="914400" cy="561975"/>
          </a:xfrm>
          <a:prstGeom prst="rect">
            <a:avLst/>
          </a:prstGeom>
          <a:noFill/>
          <a:ln>
            <a:noFill/>
          </a:ln>
        </p:spPr>
      </p:pic>
      <p:pic>
        <p:nvPicPr>
          <p:cNvPr id="339" name="Google Shape;339;g3006347a72a_0_195"/>
          <p:cNvPicPr preferRelativeResize="0"/>
          <p:nvPr/>
        </p:nvPicPr>
        <p:blipFill rotWithShape="1">
          <a:blip r:embed="rId5">
            <a:alphaModFix/>
          </a:blip>
          <a:srcRect b="0" l="0" r="0" t="0"/>
          <a:stretch/>
        </p:blipFill>
        <p:spPr>
          <a:xfrm>
            <a:off x="6825950" y="2746075"/>
            <a:ext cx="914400" cy="561975"/>
          </a:xfrm>
          <a:prstGeom prst="rect">
            <a:avLst/>
          </a:prstGeom>
          <a:noFill/>
          <a:ln>
            <a:noFill/>
          </a:ln>
        </p:spPr>
      </p:pic>
      <p:sp>
        <p:nvSpPr>
          <p:cNvPr id="340" name="Google Shape;340;g3006347a72a_0_195"/>
          <p:cNvSpPr txBox="1"/>
          <p:nvPr/>
        </p:nvSpPr>
        <p:spPr>
          <a:xfrm>
            <a:off x="1005250" y="3515125"/>
            <a:ext cx="1776000" cy="3015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1" i="0" lang="fr" sz="1400" u="none" cap="none" strike="noStrike">
                <a:solidFill>
                  <a:schemeClr val="dk1"/>
                </a:solidFill>
                <a:latin typeface="Roboto Slab"/>
                <a:ea typeface="Roboto Slab"/>
                <a:cs typeface="Roboto Slab"/>
                <a:sym typeface="Roboto Slab"/>
              </a:rPr>
              <a:t>Ton bas pour la lettre “a”</a:t>
            </a:r>
            <a:endParaRPr b="1" i="0" sz="1400" u="none" cap="none" strike="noStrike">
              <a:solidFill>
                <a:schemeClr val="dk1"/>
              </a:solidFill>
              <a:latin typeface="Roboto Slab"/>
              <a:ea typeface="Roboto Slab"/>
              <a:cs typeface="Roboto Slab"/>
              <a:sym typeface="Roboto Slab"/>
            </a:endParaRPr>
          </a:p>
        </p:txBody>
      </p:sp>
      <p:sp>
        <p:nvSpPr>
          <p:cNvPr id="341" name="Google Shape;341;g3006347a72a_0_195"/>
          <p:cNvSpPr txBox="1"/>
          <p:nvPr/>
        </p:nvSpPr>
        <p:spPr>
          <a:xfrm>
            <a:off x="3700200" y="3515125"/>
            <a:ext cx="1776000" cy="3015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1" i="0" lang="fr" sz="1400" u="none" cap="none" strike="noStrike">
                <a:solidFill>
                  <a:schemeClr val="dk1"/>
                </a:solidFill>
                <a:latin typeface="Roboto Slab"/>
                <a:ea typeface="Roboto Slab"/>
                <a:cs typeface="Roboto Slab"/>
                <a:sym typeface="Roboto Slab"/>
              </a:rPr>
              <a:t>Ton haut pour la lettre “a”</a:t>
            </a:r>
            <a:endParaRPr b="1" i="0" sz="1400" u="none" cap="none" strike="noStrike">
              <a:solidFill>
                <a:schemeClr val="dk1"/>
              </a:solidFill>
              <a:latin typeface="Roboto Slab"/>
              <a:ea typeface="Roboto Slab"/>
              <a:cs typeface="Roboto Slab"/>
              <a:sym typeface="Roboto Slab"/>
            </a:endParaRPr>
          </a:p>
        </p:txBody>
      </p:sp>
      <p:sp>
        <p:nvSpPr>
          <p:cNvPr id="342" name="Google Shape;342;g3006347a72a_0_195"/>
          <p:cNvSpPr txBox="1"/>
          <p:nvPr/>
        </p:nvSpPr>
        <p:spPr>
          <a:xfrm>
            <a:off x="6395150" y="3515125"/>
            <a:ext cx="1776000" cy="3015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1" i="0" lang="fr" sz="1400" u="none" cap="none" strike="noStrike">
                <a:solidFill>
                  <a:schemeClr val="dk1"/>
                </a:solidFill>
                <a:latin typeface="Roboto Slab"/>
                <a:ea typeface="Roboto Slab"/>
                <a:cs typeface="Roboto Slab"/>
                <a:sym typeface="Roboto Slab"/>
              </a:rPr>
              <a:t>Ton moyen pour la lettre “a”</a:t>
            </a:r>
            <a:endParaRPr b="1" i="0" sz="1400" u="none" cap="none" strike="noStrike">
              <a:solidFill>
                <a:schemeClr val="dk1"/>
              </a:solidFill>
              <a:latin typeface="Roboto Slab"/>
              <a:ea typeface="Roboto Slab"/>
              <a:cs typeface="Roboto Slab"/>
              <a:sym typeface="Roboto Slab"/>
            </a:endParaRPr>
          </a:p>
        </p:txBody>
      </p:sp>
      <p:pic>
        <p:nvPicPr>
          <p:cNvPr id="343" name="Google Shape;343;g3006347a72a_0_195"/>
          <p:cNvPicPr preferRelativeResize="0"/>
          <p:nvPr/>
        </p:nvPicPr>
        <p:blipFill rotWithShape="1">
          <a:blip r:embed="rId6">
            <a:alphaModFix/>
          </a:blip>
          <a:srcRect b="0" l="0" r="0" t="0"/>
          <a:stretch/>
        </p:blipFill>
        <p:spPr>
          <a:xfrm>
            <a:off x="674050" y="4064050"/>
            <a:ext cx="2438400" cy="685800"/>
          </a:xfrm>
          <a:prstGeom prst="rect">
            <a:avLst/>
          </a:prstGeom>
          <a:noFill/>
          <a:ln>
            <a:noFill/>
          </a:ln>
        </p:spPr>
      </p:pic>
      <p:pic>
        <p:nvPicPr>
          <p:cNvPr id="344" name="Google Shape;344;g3006347a72a_0_195"/>
          <p:cNvPicPr preferRelativeResize="0"/>
          <p:nvPr/>
        </p:nvPicPr>
        <p:blipFill rotWithShape="1">
          <a:blip r:embed="rId7">
            <a:alphaModFix/>
          </a:blip>
          <a:srcRect b="0" l="0" r="0" t="0"/>
          <a:stretch/>
        </p:blipFill>
        <p:spPr>
          <a:xfrm>
            <a:off x="3321375" y="4102150"/>
            <a:ext cx="2533650" cy="609600"/>
          </a:xfrm>
          <a:prstGeom prst="rect">
            <a:avLst/>
          </a:prstGeom>
          <a:noFill/>
          <a:ln>
            <a:noFill/>
          </a:ln>
        </p:spPr>
      </p:pic>
      <p:pic>
        <p:nvPicPr>
          <p:cNvPr id="345" name="Google Shape;345;g3006347a72a_0_195"/>
          <p:cNvPicPr preferRelativeResize="0"/>
          <p:nvPr/>
        </p:nvPicPr>
        <p:blipFill rotWithShape="1">
          <a:blip r:embed="rId8">
            <a:alphaModFix/>
          </a:blip>
          <a:srcRect b="0" l="0" r="0" t="0"/>
          <a:stretch/>
        </p:blipFill>
        <p:spPr>
          <a:xfrm>
            <a:off x="5961350" y="4064050"/>
            <a:ext cx="2438400" cy="685800"/>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49" name="Shape 349"/>
        <p:cNvGrpSpPr/>
        <p:nvPr/>
      </p:nvGrpSpPr>
      <p:grpSpPr>
        <a:xfrm>
          <a:off x="0" y="0"/>
          <a:ext cx="0" cy="0"/>
          <a:chOff x="0" y="0"/>
          <a:chExt cx="0" cy="0"/>
        </a:xfrm>
      </p:grpSpPr>
      <p:sp>
        <p:nvSpPr>
          <p:cNvPr id="350" name="Google Shape;350;g3006347a72a_0_84"/>
          <p:cNvSpPr/>
          <p:nvPr/>
        </p:nvSpPr>
        <p:spPr>
          <a:xfrm>
            <a:off x="1403648" y="123478"/>
            <a:ext cx="7128900" cy="523800"/>
          </a:xfrm>
          <a:prstGeom prst="snip2DiagRect">
            <a:avLst>
              <a:gd fmla="val 0" name="adj1"/>
              <a:gd fmla="val 16667" name="adj2"/>
            </a:avLst>
          </a:prstGeom>
          <a:gradFill>
            <a:gsLst>
              <a:gs pos="0">
                <a:srgbClr val="0075E5"/>
              </a:gs>
              <a:gs pos="100000">
                <a:srgbClr val="04325F"/>
              </a:gs>
            </a:gsLst>
            <a:lin ang="5400012"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351" name="Google Shape;351;g3006347a72a_0_84"/>
          <p:cNvSpPr txBox="1"/>
          <p:nvPr>
            <p:ph idx="4294967295" type="sldNum"/>
          </p:nvPr>
        </p:nvSpPr>
        <p:spPr>
          <a:xfrm>
            <a:off x="8404384" y="4749851"/>
            <a:ext cx="548700" cy="3936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1300"/>
              <a:buNone/>
            </a:pPr>
            <a:fld id="{00000000-1234-1234-1234-123412341234}" type="slidenum">
              <a:rPr lang="fr"/>
              <a:t>‹#›</a:t>
            </a:fld>
            <a:endParaRPr/>
          </a:p>
        </p:txBody>
      </p:sp>
      <p:sp>
        <p:nvSpPr>
          <p:cNvPr id="352" name="Google Shape;352;g3006347a72a_0_84"/>
          <p:cNvSpPr txBox="1"/>
          <p:nvPr>
            <p:ph idx="4294967295" type="ctrTitle"/>
          </p:nvPr>
        </p:nvSpPr>
        <p:spPr>
          <a:xfrm>
            <a:off x="1979712" y="-20538"/>
            <a:ext cx="6552600" cy="8268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accent1"/>
              </a:buClr>
              <a:buSzPts val="2000"/>
              <a:buFont typeface="Roboto Slab"/>
              <a:buNone/>
            </a:pPr>
            <a:r>
              <a:rPr b="1" i="0" lang="fr" sz="1800" u="none" cap="none" strike="noStrike">
                <a:solidFill>
                  <a:schemeClr val="dk1"/>
                </a:solidFill>
                <a:latin typeface="Roboto Slab"/>
                <a:ea typeface="Roboto Slab"/>
                <a:cs typeface="Roboto Slab"/>
                <a:sym typeface="Roboto Slab"/>
              </a:rPr>
              <a:t>2.   GÉNÉRALITÉS ET ÉTUDE DE L’EXISTANT</a:t>
            </a:r>
            <a:endParaRPr b="1" i="0" sz="1800" u="none" cap="none" strike="noStrike">
              <a:solidFill>
                <a:schemeClr val="dk1"/>
              </a:solidFill>
              <a:latin typeface="Roboto Slab"/>
              <a:ea typeface="Roboto Slab"/>
              <a:cs typeface="Roboto Slab"/>
              <a:sym typeface="Roboto Slab"/>
            </a:endParaRPr>
          </a:p>
        </p:txBody>
      </p:sp>
      <p:sp>
        <p:nvSpPr>
          <p:cNvPr id="353" name="Google Shape;353;g3006347a72a_0_84"/>
          <p:cNvSpPr txBox="1"/>
          <p:nvPr/>
        </p:nvSpPr>
        <p:spPr>
          <a:xfrm>
            <a:off x="816175" y="1170375"/>
            <a:ext cx="7823100" cy="3711300"/>
          </a:xfrm>
          <a:prstGeom prst="rect">
            <a:avLst/>
          </a:prstGeom>
          <a:noFill/>
          <a:ln>
            <a:noFill/>
          </a:ln>
        </p:spPr>
        <p:txBody>
          <a:bodyPr anchorCtr="0" anchor="t" bIns="91425" lIns="91425" spcFirstLastPara="1" rIns="91425" wrap="square" tIns="91425">
            <a:noAutofit/>
          </a:bodyPr>
          <a:lstStyle/>
          <a:p>
            <a:pPr indent="-355600" lvl="0" marL="457200" marR="0" rtl="0" algn="l">
              <a:lnSpc>
                <a:spcPct val="100000"/>
              </a:lnSpc>
              <a:spcBef>
                <a:spcPts val="0"/>
              </a:spcBef>
              <a:spcAft>
                <a:spcPts val="0"/>
              </a:spcAft>
              <a:buClr>
                <a:schemeClr val="dk1"/>
              </a:buClr>
              <a:buSzPts val="2000"/>
              <a:buFont typeface="Roboto Slab"/>
              <a:buAutoNum type="arabicPeriod"/>
            </a:pPr>
            <a:r>
              <a:rPr b="1" i="0" lang="fr" sz="2000" u="none" cap="none" strike="noStrike">
                <a:solidFill>
                  <a:schemeClr val="dk1"/>
                </a:solidFill>
                <a:latin typeface="Roboto Slab"/>
                <a:ea typeface="Roboto Slab"/>
                <a:cs typeface="Roboto Slab"/>
                <a:sym typeface="Roboto Slab"/>
              </a:rPr>
              <a:t>Modélisation acoustique basée sur les GMM-HMM</a:t>
            </a:r>
            <a:endParaRPr b="1" i="0" sz="2000" u="none" cap="none" strike="noStrike">
              <a:solidFill>
                <a:schemeClr val="dk1"/>
              </a:solidFill>
              <a:latin typeface="Roboto Slab"/>
              <a:ea typeface="Roboto Slab"/>
              <a:cs typeface="Roboto Slab"/>
              <a:sym typeface="Roboto Slab"/>
            </a:endParaRPr>
          </a:p>
          <a:p>
            <a:pPr indent="0" lvl="0" marL="45720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Roboto Slab"/>
              <a:ea typeface="Roboto Slab"/>
              <a:cs typeface="Roboto Slab"/>
              <a:sym typeface="Roboto Slab"/>
            </a:endParaRPr>
          </a:p>
          <a:p>
            <a:pPr indent="0" lvl="0" marL="45720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Roboto Slab"/>
              <a:ea typeface="Roboto Slab"/>
              <a:cs typeface="Roboto Slab"/>
              <a:sym typeface="Roboto Slab"/>
            </a:endParaRPr>
          </a:p>
          <a:p>
            <a:pPr indent="0" lvl="0" marL="45720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Roboto Slab"/>
              <a:ea typeface="Roboto Slab"/>
              <a:cs typeface="Roboto Slab"/>
              <a:sym typeface="Roboto Slab"/>
            </a:endParaRPr>
          </a:p>
          <a:p>
            <a:pPr indent="0" lvl="0" marL="0" marR="0" rtl="0" algn="just">
              <a:lnSpc>
                <a:spcPct val="100000"/>
              </a:lnSpc>
              <a:spcBef>
                <a:spcPts val="0"/>
              </a:spcBef>
              <a:spcAft>
                <a:spcPts val="0"/>
              </a:spcAft>
              <a:buClr>
                <a:srgbClr val="000000"/>
              </a:buClr>
              <a:buSzPts val="1900"/>
              <a:buFont typeface="Arial"/>
              <a:buNone/>
            </a:pPr>
            <a:r>
              <a:t/>
            </a:r>
            <a:endParaRPr b="0" i="0" sz="1900" u="none" cap="none" strike="noStrike">
              <a:solidFill>
                <a:schemeClr val="dk1"/>
              </a:solidFill>
              <a:latin typeface="Roboto Slab"/>
              <a:ea typeface="Roboto Slab"/>
              <a:cs typeface="Roboto Slab"/>
              <a:sym typeface="Roboto Slab"/>
            </a:endParaRPr>
          </a:p>
        </p:txBody>
      </p:sp>
      <p:pic>
        <p:nvPicPr>
          <p:cNvPr id="354" name="Google Shape;354;g3006347a72a_0_84"/>
          <p:cNvPicPr preferRelativeResize="0"/>
          <p:nvPr/>
        </p:nvPicPr>
        <p:blipFill rotWithShape="1">
          <a:blip r:embed="rId3">
            <a:alphaModFix/>
          </a:blip>
          <a:srcRect b="0" l="0" r="0" t="0"/>
          <a:stretch/>
        </p:blipFill>
        <p:spPr>
          <a:xfrm>
            <a:off x="1533013" y="2020750"/>
            <a:ext cx="6389425" cy="2860925"/>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58" name="Shape 358"/>
        <p:cNvGrpSpPr/>
        <p:nvPr/>
      </p:nvGrpSpPr>
      <p:grpSpPr>
        <a:xfrm>
          <a:off x="0" y="0"/>
          <a:ext cx="0" cy="0"/>
          <a:chOff x="0" y="0"/>
          <a:chExt cx="0" cy="0"/>
        </a:xfrm>
      </p:grpSpPr>
      <p:sp>
        <p:nvSpPr>
          <p:cNvPr id="359" name="Google Shape;359;g3006347a72a_0_217"/>
          <p:cNvSpPr/>
          <p:nvPr/>
        </p:nvSpPr>
        <p:spPr>
          <a:xfrm>
            <a:off x="1403648" y="123478"/>
            <a:ext cx="7128900" cy="523800"/>
          </a:xfrm>
          <a:prstGeom prst="snip2DiagRect">
            <a:avLst>
              <a:gd fmla="val 0" name="adj1"/>
              <a:gd fmla="val 16667" name="adj2"/>
            </a:avLst>
          </a:prstGeom>
          <a:gradFill>
            <a:gsLst>
              <a:gs pos="0">
                <a:srgbClr val="0075E5"/>
              </a:gs>
              <a:gs pos="100000">
                <a:srgbClr val="04325F"/>
              </a:gs>
            </a:gsLst>
            <a:lin ang="5400012"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360" name="Google Shape;360;g3006347a72a_0_217"/>
          <p:cNvSpPr txBox="1"/>
          <p:nvPr>
            <p:ph idx="4294967295" type="sldNum"/>
          </p:nvPr>
        </p:nvSpPr>
        <p:spPr>
          <a:xfrm>
            <a:off x="8404384" y="4749851"/>
            <a:ext cx="548700" cy="3936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1300"/>
              <a:buNone/>
            </a:pPr>
            <a:fld id="{00000000-1234-1234-1234-123412341234}" type="slidenum">
              <a:rPr lang="fr"/>
              <a:t>‹#›</a:t>
            </a:fld>
            <a:endParaRPr/>
          </a:p>
        </p:txBody>
      </p:sp>
      <p:sp>
        <p:nvSpPr>
          <p:cNvPr id="361" name="Google Shape;361;g3006347a72a_0_217"/>
          <p:cNvSpPr txBox="1"/>
          <p:nvPr>
            <p:ph idx="4294967295" type="ctrTitle"/>
          </p:nvPr>
        </p:nvSpPr>
        <p:spPr>
          <a:xfrm>
            <a:off x="1979712" y="-20538"/>
            <a:ext cx="6552600" cy="8268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accent1"/>
              </a:buClr>
              <a:buSzPts val="2000"/>
              <a:buFont typeface="Roboto Slab"/>
              <a:buNone/>
            </a:pPr>
            <a:r>
              <a:rPr b="1" i="0" lang="fr" sz="1800" u="none" cap="none" strike="noStrike">
                <a:solidFill>
                  <a:schemeClr val="dk1"/>
                </a:solidFill>
                <a:latin typeface="Roboto Slab"/>
                <a:ea typeface="Roboto Slab"/>
                <a:cs typeface="Roboto Slab"/>
                <a:sym typeface="Roboto Slab"/>
              </a:rPr>
              <a:t>2.   GÉNÉRALITÉS ET ÉTUDE DE L’EXISTANT</a:t>
            </a:r>
            <a:endParaRPr b="1" i="0" sz="1800" u="none" cap="none" strike="noStrike">
              <a:solidFill>
                <a:schemeClr val="dk1"/>
              </a:solidFill>
              <a:latin typeface="Roboto Slab"/>
              <a:ea typeface="Roboto Slab"/>
              <a:cs typeface="Roboto Slab"/>
              <a:sym typeface="Roboto Slab"/>
            </a:endParaRPr>
          </a:p>
        </p:txBody>
      </p:sp>
      <p:sp>
        <p:nvSpPr>
          <p:cNvPr id="362" name="Google Shape;362;g3006347a72a_0_217"/>
          <p:cNvSpPr txBox="1"/>
          <p:nvPr/>
        </p:nvSpPr>
        <p:spPr>
          <a:xfrm>
            <a:off x="816175" y="1170375"/>
            <a:ext cx="7823100" cy="3711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000"/>
              <a:buFont typeface="Arial"/>
              <a:buNone/>
            </a:pPr>
            <a:r>
              <a:rPr b="1" i="0" lang="fr" sz="2000" u="none" cap="none" strike="noStrike">
                <a:solidFill>
                  <a:schemeClr val="dk1"/>
                </a:solidFill>
                <a:latin typeface="Roboto Slab"/>
                <a:ea typeface="Roboto Slab"/>
                <a:cs typeface="Roboto Slab"/>
                <a:sym typeface="Roboto Slab"/>
              </a:rPr>
              <a:t>2.  Support Vector Machine(SVM) pour la reconnaissance de la parole</a:t>
            </a:r>
            <a:endParaRPr b="1" i="0" sz="2000" u="none" cap="none" strike="noStrike">
              <a:solidFill>
                <a:schemeClr val="dk1"/>
              </a:solidFill>
              <a:latin typeface="Roboto Slab"/>
              <a:ea typeface="Roboto Slab"/>
              <a:cs typeface="Roboto Slab"/>
              <a:sym typeface="Roboto Slab"/>
            </a:endParaRPr>
          </a:p>
          <a:p>
            <a:pPr indent="0" lvl="0" marL="45720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Roboto Slab"/>
              <a:ea typeface="Roboto Slab"/>
              <a:cs typeface="Roboto Slab"/>
              <a:sym typeface="Roboto Slab"/>
            </a:endParaRPr>
          </a:p>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Roboto Slab"/>
              <a:ea typeface="Roboto Slab"/>
              <a:cs typeface="Roboto Slab"/>
              <a:sym typeface="Roboto Slab"/>
            </a:endParaRPr>
          </a:p>
          <a:p>
            <a:pPr indent="-355600" lvl="0" marL="457200" marR="0" rtl="0" algn="l">
              <a:lnSpc>
                <a:spcPct val="100000"/>
              </a:lnSpc>
              <a:spcBef>
                <a:spcPts val="0"/>
              </a:spcBef>
              <a:spcAft>
                <a:spcPts val="0"/>
              </a:spcAft>
              <a:buClr>
                <a:schemeClr val="dk1"/>
              </a:buClr>
              <a:buSzPts val="2000"/>
              <a:buFont typeface="Roboto Slab"/>
              <a:buAutoNum type="arabicPeriod"/>
            </a:pPr>
            <a:r>
              <a:rPr b="0" i="0" lang="fr" sz="2000" u="none" cap="none" strike="noStrike">
                <a:solidFill>
                  <a:schemeClr val="dk1"/>
                </a:solidFill>
                <a:latin typeface="Roboto Slab"/>
                <a:ea typeface="Roboto Slab"/>
                <a:cs typeface="Roboto Slab"/>
                <a:sym typeface="Roboto Slab"/>
              </a:rPr>
              <a:t>L’</a:t>
            </a:r>
            <a:r>
              <a:rPr b="0" i="0" lang="fr" sz="2000" u="none" cap="none" strike="noStrike">
                <a:solidFill>
                  <a:schemeClr val="dk1"/>
                </a:solidFill>
                <a:latin typeface="Roboto Slab"/>
                <a:ea typeface="Roboto Slab"/>
                <a:cs typeface="Roboto Slab"/>
                <a:sym typeface="Roboto Slab"/>
                <a:extLst>
                  <a:ext uri="http://customooxmlschemas.google.com/">
                    <go:slidesCustomData xmlns:go="http://customooxmlschemas.google.com/" textRoundtripDataId="15"/>
                  </a:ext>
                </a:extLst>
              </a:rPr>
              <a:t>extraction des mots isolés grâce à la détection</a:t>
            </a:r>
            <a:endParaRPr b="0" i="0" sz="2000" u="none" cap="none" strike="noStrike">
              <a:solidFill>
                <a:schemeClr val="dk1"/>
              </a:solidFill>
              <a:latin typeface="Roboto Slab"/>
              <a:ea typeface="Roboto Slab"/>
              <a:cs typeface="Roboto Slab"/>
              <a:sym typeface="Roboto Slab"/>
              <a:extLst>
                <a:ext uri="http://customooxmlschemas.google.com/">
                  <go:slidesCustomData xmlns:go="http://customooxmlschemas.google.com/" textRoundtripDataId="16"/>
                </a:ext>
              </a:extLst>
            </a:endParaRPr>
          </a:p>
          <a:p>
            <a:pPr indent="0" lvl="0" marL="0" marR="0" rtl="0" algn="l">
              <a:lnSpc>
                <a:spcPct val="100000"/>
              </a:lnSpc>
              <a:spcBef>
                <a:spcPts val="0"/>
              </a:spcBef>
              <a:spcAft>
                <a:spcPts val="0"/>
              </a:spcAft>
              <a:buClr>
                <a:srgbClr val="000000"/>
              </a:buClr>
              <a:buSzPts val="2000"/>
              <a:buFont typeface="Arial"/>
              <a:buNone/>
            </a:pPr>
            <a:r>
              <a:rPr b="0" i="0" lang="fr" sz="2000" u="none" cap="none" strike="noStrike">
                <a:solidFill>
                  <a:schemeClr val="dk1"/>
                </a:solidFill>
                <a:latin typeface="Roboto Slab"/>
                <a:ea typeface="Roboto Slab"/>
                <a:cs typeface="Roboto Slab"/>
                <a:sym typeface="Roboto Slab"/>
                <a:extLst>
                  <a:ext uri="http://customooxmlschemas.google.com/">
                    <go:slidesCustomData xmlns:go="http://customooxmlschemas.google.com/" textRoundtripDataId="17"/>
                  </a:ext>
                </a:extLst>
              </a:rPr>
              <a:t>d’activité vocale (VAD).</a:t>
            </a:r>
            <a:endParaRPr b="0" i="0" sz="2000" u="none" cap="none" strike="noStrike">
              <a:solidFill>
                <a:schemeClr val="dk1"/>
              </a:solidFill>
              <a:latin typeface="Roboto Slab"/>
              <a:ea typeface="Roboto Slab"/>
              <a:cs typeface="Roboto Slab"/>
              <a:sym typeface="Roboto Slab"/>
              <a:extLst>
                <a:ext uri="http://customooxmlschemas.google.com/">
                  <go:slidesCustomData xmlns:go="http://customooxmlschemas.google.com/" textRoundtripDataId="18"/>
                </a:ext>
              </a:extLst>
            </a:endParaRPr>
          </a:p>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Roboto Slab"/>
              <a:ea typeface="Roboto Slab"/>
              <a:cs typeface="Roboto Slab"/>
              <a:sym typeface="Roboto Slab"/>
              <a:extLst>
                <a:ext uri="http://customooxmlschemas.google.com/">
                  <go:slidesCustomData xmlns:go="http://customooxmlschemas.google.com/" textRoundtripDataId="19"/>
                </a:ext>
              </a:extLst>
            </a:endParaRPr>
          </a:p>
          <a:p>
            <a:pPr indent="-355600" lvl="0" marL="457200" marR="0" rtl="0" algn="l">
              <a:lnSpc>
                <a:spcPct val="100000"/>
              </a:lnSpc>
              <a:spcBef>
                <a:spcPts val="0"/>
              </a:spcBef>
              <a:spcAft>
                <a:spcPts val="0"/>
              </a:spcAft>
              <a:buClr>
                <a:schemeClr val="dk1"/>
              </a:buClr>
              <a:buSzPts val="2000"/>
              <a:buFont typeface="Roboto Slab"/>
              <a:buAutoNum type="arabicPeriod"/>
            </a:pPr>
            <a:r>
              <a:rPr b="0" i="0" lang="fr" sz="2000" u="none" cap="none" strike="noStrike">
                <a:solidFill>
                  <a:schemeClr val="dk1"/>
                </a:solidFill>
                <a:latin typeface="Roboto Slab"/>
                <a:ea typeface="Roboto Slab"/>
                <a:cs typeface="Roboto Slab"/>
                <a:sym typeface="Roboto Slab"/>
                <a:extLst>
                  <a:ext uri="http://customooxmlschemas.google.com/">
                    <go:slidesCustomData xmlns:go="http://customooxmlschemas.google.com/" textRoundtripDataId="20"/>
                  </a:ext>
                </a:extLst>
              </a:rPr>
              <a:t>Les caractéristiques acoustiques sont ensuite extraites sous forme de MFCC pour chaque segment de parole.</a:t>
            </a:r>
            <a:endParaRPr b="0" i="0" sz="2000" u="none" cap="none" strike="noStrike">
              <a:solidFill>
                <a:schemeClr val="dk1"/>
              </a:solidFill>
              <a:latin typeface="Roboto Slab"/>
              <a:ea typeface="Roboto Slab"/>
              <a:cs typeface="Roboto Slab"/>
              <a:sym typeface="Roboto Slab"/>
              <a:extLst>
                <a:ext uri="http://customooxmlschemas.google.com/">
                  <go:slidesCustomData xmlns:go="http://customooxmlschemas.google.com/" textRoundtripDataId="21"/>
                </a:ext>
              </a:extLst>
            </a:endParaRPr>
          </a:p>
          <a:p>
            <a:pPr indent="0" lvl="0" marL="45720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Roboto Slab"/>
              <a:ea typeface="Roboto Slab"/>
              <a:cs typeface="Roboto Slab"/>
              <a:sym typeface="Roboto Slab"/>
              <a:extLst>
                <a:ext uri="http://customooxmlschemas.google.com/">
                  <go:slidesCustomData xmlns:go="http://customooxmlschemas.google.com/" textRoundtripDataId="22"/>
                </a:ext>
              </a:extLst>
            </a:endParaRPr>
          </a:p>
          <a:p>
            <a:pPr indent="-355600" lvl="0" marL="457200" marR="0" rtl="0" algn="l">
              <a:lnSpc>
                <a:spcPct val="100000"/>
              </a:lnSpc>
              <a:spcBef>
                <a:spcPts val="0"/>
              </a:spcBef>
              <a:spcAft>
                <a:spcPts val="0"/>
              </a:spcAft>
              <a:buClr>
                <a:schemeClr val="dk1"/>
              </a:buClr>
              <a:buSzPts val="2000"/>
              <a:buFont typeface="Roboto Slab"/>
              <a:buAutoNum type="arabicPeriod"/>
            </a:pPr>
            <a:r>
              <a:rPr b="0" i="0" lang="fr" sz="2000" u="none" cap="none" strike="noStrike">
                <a:solidFill>
                  <a:schemeClr val="dk1"/>
                </a:solidFill>
                <a:latin typeface="Roboto Slab"/>
                <a:ea typeface="Roboto Slab"/>
                <a:cs typeface="Roboto Slab"/>
                <a:sym typeface="Roboto Slab"/>
                <a:extLst>
                  <a:ext uri="http://customooxmlschemas.google.com/">
                    <go:slidesCustomData xmlns:go="http://customooxmlschemas.google.com/" textRoundtripDataId="23"/>
                  </a:ext>
                </a:extLst>
              </a:rPr>
              <a:t>Des SVM sont ensuite utilisés pour </a:t>
            </a:r>
            <a:r>
              <a:rPr b="0" i="0" lang="fr" sz="2000" u="none" cap="none" strike="noStrike">
                <a:solidFill>
                  <a:schemeClr val="dk1"/>
                </a:solidFill>
                <a:latin typeface="Roboto Slab"/>
                <a:ea typeface="Roboto Slab"/>
                <a:cs typeface="Roboto Slab"/>
                <a:sym typeface="Roboto Slab"/>
              </a:rPr>
              <a:t>classifier chaque mot.</a:t>
            </a:r>
            <a:endParaRPr b="0" i="0" sz="2000" u="none" cap="none" strike="noStrike">
              <a:solidFill>
                <a:schemeClr val="dk1"/>
              </a:solidFill>
              <a:latin typeface="Roboto Slab"/>
              <a:ea typeface="Roboto Slab"/>
              <a:cs typeface="Roboto Slab"/>
              <a:sym typeface="Roboto Slab"/>
            </a:endParaRPr>
          </a:p>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Roboto Slab"/>
              <a:ea typeface="Roboto Slab"/>
              <a:cs typeface="Roboto Slab"/>
              <a:sym typeface="Roboto Slab"/>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66" name="Shape 366"/>
        <p:cNvGrpSpPr/>
        <p:nvPr/>
      </p:nvGrpSpPr>
      <p:grpSpPr>
        <a:xfrm>
          <a:off x="0" y="0"/>
          <a:ext cx="0" cy="0"/>
          <a:chOff x="0" y="0"/>
          <a:chExt cx="0" cy="0"/>
        </a:xfrm>
      </p:grpSpPr>
      <p:sp>
        <p:nvSpPr>
          <p:cNvPr id="367" name="Google Shape;367;g3006347a72a_0_224"/>
          <p:cNvSpPr/>
          <p:nvPr/>
        </p:nvSpPr>
        <p:spPr>
          <a:xfrm>
            <a:off x="1403648" y="123478"/>
            <a:ext cx="7128900" cy="523800"/>
          </a:xfrm>
          <a:prstGeom prst="snip2DiagRect">
            <a:avLst>
              <a:gd fmla="val 0" name="adj1"/>
              <a:gd fmla="val 16667" name="adj2"/>
            </a:avLst>
          </a:prstGeom>
          <a:gradFill>
            <a:gsLst>
              <a:gs pos="0">
                <a:srgbClr val="0075E5"/>
              </a:gs>
              <a:gs pos="100000">
                <a:srgbClr val="04325F"/>
              </a:gs>
            </a:gsLst>
            <a:lin ang="5400012" scaled="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368" name="Google Shape;368;g3006347a72a_0_224"/>
          <p:cNvSpPr txBox="1"/>
          <p:nvPr>
            <p:ph idx="4294967295" type="sldNum"/>
          </p:nvPr>
        </p:nvSpPr>
        <p:spPr>
          <a:xfrm>
            <a:off x="8404384" y="4749851"/>
            <a:ext cx="548700" cy="3936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1300"/>
              <a:buNone/>
            </a:pPr>
            <a:fld id="{00000000-1234-1234-1234-123412341234}" type="slidenum">
              <a:rPr lang="fr"/>
              <a:t>‹#›</a:t>
            </a:fld>
            <a:endParaRPr/>
          </a:p>
        </p:txBody>
      </p:sp>
      <p:sp>
        <p:nvSpPr>
          <p:cNvPr id="369" name="Google Shape;369;g3006347a72a_0_224"/>
          <p:cNvSpPr txBox="1"/>
          <p:nvPr>
            <p:ph idx="4294967295" type="ctrTitle"/>
          </p:nvPr>
        </p:nvSpPr>
        <p:spPr>
          <a:xfrm>
            <a:off x="1979712" y="-20538"/>
            <a:ext cx="6552600" cy="8268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accent1"/>
              </a:buClr>
              <a:buSzPts val="2000"/>
              <a:buFont typeface="Roboto Slab"/>
              <a:buNone/>
            </a:pPr>
            <a:r>
              <a:rPr b="1" i="0" lang="fr" sz="1800" u="none" cap="none" strike="noStrike">
                <a:solidFill>
                  <a:schemeClr val="dk1"/>
                </a:solidFill>
                <a:latin typeface="Roboto Slab"/>
                <a:ea typeface="Roboto Slab"/>
                <a:cs typeface="Roboto Slab"/>
                <a:sym typeface="Roboto Slab"/>
              </a:rPr>
              <a:t>2.   GÉNÉRALITÉS ET ÉTUDE DE L’EXISTANT</a:t>
            </a:r>
            <a:endParaRPr b="1" i="0" sz="1800" u="none" cap="none" strike="noStrike">
              <a:solidFill>
                <a:schemeClr val="dk1"/>
              </a:solidFill>
              <a:latin typeface="Roboto Slab"/>
              <a:ea typeface="Roboto Slab"/>
              <a:cs typeface="Roboto Slab"/>
              <a:sym typeface="Roboto Slab"/>
            </a:endParaRPr>
          </a:p>
        </p:txBody>
      </p:sp>
      <p:sp>
        <p:nvSpPr>
          <p:cNvPr id="370" name="Google Shape;370;g3006347a72a_0_224"/>
          <p:cNvSpPr txBox="1"/>
          <p:nvPr/>
        </p:nvSpPr>
        <p:spPr>
          <a:xfrm>
            <a:off x="816175" y="1170375"/>
            <a:ext cx="7823100" cy="3711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000"/>
              <a:buFont typeface="Arial"/>
              <a:buNone/>
            </a:pPr>
            <a:r>
              <a:rPr b="1" i="0" lang="fr" sz="2000" u="none" cap="none" strike="noStrike">
                <a:solidFill>
                  <a:schemeClr val="dk1"/>
                </a:solidFill>
                <a:latin typeface="Roboto Slab"/>
                <a:ea typeface="Roboto Slab"/>
                <a:cs typeface="Roboto Slab"/>
                <a:sym typeface="Roboto Slab"/>
              </a:rPr>
              <a:t>3.  Réseau neuronal convolutif pour la reconnaissance de la parole </a:t>
            </a:r>
            <a:endParaRPr b="1" i="0" sz="2000" u="none" cap="none" strike="noStrike">
              <a:solidFill>
                <a:schemeClr val="dk1"/>
              </a:solidFill>
              <a:latin typeface="Roboto Slab"/>
              <a:ea typeface="Roboto Slab"/>
              <a:cs typeface="Roboto Slab"/>
              <a:sym typeface="Roboto Slab"/>
            </a:endParaRPr>
          </a:p>
          <a:p>
            <a:pPr indent="0" lvl="0" marL="0" marR="0" rtl="0" algn="l">
              <a:lnSpc>
                <a:spcPct val="100000"/>
              </a:lnSpc>
              <a:spcBef>
                <a:spcPts val="0"/>
              </a:spcBef>
              <a:spcAft>
                <a:spcPts val="0"/>
              </a:spcAft>
              <a:buClr>
                <a:srgbClr val="000000"/>
              </a:buClr>
              <a:buSzPts val="2000"/>
              <a:buFont typeface="Arial"/>
              <a:buNone/>
            </a:pPr>
            <a:r>
              <a:t/>
            </a:r>
            <a:endParaRPr b="1" i="0" sz="2000" u="none" cap="none" strike="noStrike">
              <a:solidFill>
                <a:schemeClr val="dk1"/>
              </a:solidFill>
              <a:latin typeface="Roboto Slab"/>
              <a:ea typeface="Roboto Slab"/>
              <a:cs typeface="Roboto Slab"/>
              <a:sym typeface="Roboto Slab"/>
            </a:endParaRPr>
          </a:p>
          <a:p>
            <a:pPr indent="0" lvl="0" marL="0" marR="0" rtl="0" algn="l">
              <a:lnSpc>
                <a:spcPct val="100000"/>
              </a:lnSpc>
              <a:spcBef>
                <a:spcPts val="0"/>
              </a:spcBef>
              <a:spcAft>
                <a:spcPts val="0"/>
              </a:spcAft>
              <a:buClr>
                <a:srgbClr val="000000"/>
              </a:buClr>
              <a:buSzPts val="1600"/>
              <a:buFont typeface="Arial"/>
              <a:buNone/>
            </a:pPr>
            <a:r>
              <a:rPr b="0" i="1" lang="fr" sz="1600" u="none" cap="none" strike="noStrike">
                <a:solidFill>
                  <a:schemeClr val="dk1"/>
                </a:solidFill>
                <a:latin typeface="Roboto Slab"/>
                <a:ea typeface="Roboto Slab"/>
                <a:cs typeface="Roboto Slab"/>
                <a:sym typeface="Roboto Slab"/>
              </a:rPr>
              <a:t>Engy R. Rady et al. Convolutional Neural Network(CNN) for Arabic Speech Recognition.</a:t>
            </a:r>
            <a:endParaRPr b="0" i="1" sz="1600" u="none" cap="none" strike="noStrike">
              <a:solidFill>
                <a:schemeClr val="dk1"/>
              </a:solidFill>
              <a:latin typeface="Roboto Slab"/>
              <a:ea typeface="Roboto Slab"/>
              <a:cs typeface="Roboto Slab"/>
              <a:sym typeface="Roboto Slab"/>
            </a:endParaRPr>
          </a:p>
          <a:p>
            <a:pPr indent="0" lvl="0" marL="0" marR="0" rtl="0" algn="l">
              <a:lnSpc>
                <a:spcPct val="100000"/>
              </a:lnSpc>
              <a:spcBef>
                <a:spcPts val="0"/>
              </a:spcBef>
              <a:spcAft>
                <a:spcPts val="0"/>
              </a:spcAft>
              <a:buClr>
                <a:srgbClr val="000000"/>
              </a:buClr>
              <a:buSzPts val="2000"/>
              <a:buFont typeface="Arial"/>
              <a:buNone/>
            </a:pPr>
            <a:r>
              <a:t/>
            </a:r>
            <a:endParaRPr b="1" i="0" sz="2000" u="none" cap="none" strike="noStrike">
              <a:solidFill>
                <a:schemeClr val="dk1"/>
              </a:solidFill>
              <a:latin typeface="Roboto Slab"/>
              <a:ea typeface="Roboto Slab"/>
              <a:cs typeface="Roboto Slab"/>
              <a:sym typeface="Roboto Slab"/>
            </a:endParaRPr>
          </a:p>
          <a:p>
            <a:pPr indent="0" lvl="0" marL="0" marR="0" rtl="0" algn="l">
              <a:lnSpc>
                <a:spcPct val="100000"/>
              </a:lnSpc>
              <a:spcBef>
                <a:spcPts val="0"/>
              </a:spcBef>
              <a:spcAft>
                <a:spcPts val="0"/>
              </a:spcAft>
              <a:buClr>
                <a:srgbClr val="000000"/>
              </a:buClr>
              <a:buSzPts val="2000"/>
              <a:buFont typeface="Arial"/>
              <a:buNone/>
            </a:pPr>
            <a:r>
              <a:t/>
            </a:r>
            <a:endParaRPr b="1" i="0" sz="2000" u="none" cap="none" strike="noStrike">
              <a:solidFill>
                <a:schemeClr val="dk1"/>
              </a:solidFill>
              <a:latin typeface="Roboto Slab"/>
              <a:ea typeface="Roboto Slab"/>
              <a:cs typeface="Roboto Slab"/>
              <a:sym typeface="Roboto Slab"/>
            </a:endParaRPr>
          </a:p>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Roboto Slab"/>
              <a:ea typeface="Roboto Slab"/>
              <a:cs typeface="Roboto Slab"/>
              <a:sym typeface="Roboto Slab"/>
            </a:endParaRPr>
          </a:p>
        </p:txBody>
      </p:sp>
      <p:pic>
        <p:nvPicPr>
          <p:cNvPr id="371" name="Google Shape;371;g3006347a72a_0_224"/>
          <p:cNvPicPr preferRelativeResize="0"/>
          <p:nvPr/>
        </p:nvPicPr>
        <p:blipFill rotWithShape="1">
          <a:blip r:embed="rId3">
            <a:alphaModFix/>
          </a:blip>
          <a:srcRect b="0" l="0" r="0" t="0"/>
          <a:stretch/>
        </p:blipFill>
        <p:spPr>
          <a:xfrm>
            <a:off x="1890875" y="2810100"/>
            <a:ext cx="4719125" cy="2164650"/>
          </a:xfrm>
          <a:prstGeom prst="rect">
            <a:avLst/>
          </a:prstGeom>
          <a:noFill/>
          <a:ln>
            <a:noFill/>
          </a:ln>
        </p:spPr>
      </p:pic>
      <p:sp>
        <p:nvSpPr>
          <p:cNvPr id="372" name="Google Shape;372;g3006347a72a_0_224"/>
          <p:cNvSpPr txBox="1"/>
          <p:nvPr/>
        </p:nvSpPr>
        <p:spPr>
          <a:xfrm>
            <a:off x="-1093375" y="246400"/>
            <a:ext cx="8870100" cy="6465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000"/>
              <a:buFont typeface="Arial"/>
              <a:buNone/>
            </a:pPr>
            <a:r>
              <a:t/>
            </a:r>
            <a:endParaRPr b="0" i="0" sz="3000" u="none" cap="none" strike="noStrike">
              <a:solidFill>
                <a:schemeClr val="dk1"/>
              </a:solidFill>
              <a:latin typeface="Arial"/>
              <a:ea typeface="Arial"/>
              <a:cs typeface="Arial"/>
              <a:sym typeface="Arial"/>
            </a:endParaRPr>
          </a:p>
        </p:txBody>
      </p:sp>
    </p:spTree>
  </p:cSld>
  <p:clrMapOvr>
    <a:masterClrMapping/>
  </p:clrMapOvr>
  <p:transition>
    <p:fade thruBlk="1"/>
  </p:transition>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76" name="Shape 376"/>
        <p:cNvGrpSpPr/>
        <p:nvPr/>
      </p:nvGrpSpPr>
      <p:grpSpPr>
        <a:xfrm>
          <a:off x="0" y="0"/>
          <a:ext cx="0" cy="0"/>
          <a:chOff x="0" y="0"/>
          <a:chExt cx="0" cy="0"/>
        </a:xfrm>
      </p:grpSpPr>
      <p:sp>
        <p:nvSpPr>
          <p:cNvPr id="377" name="Google Shape;377;g3006347a72a_0_240"/>
          <p:cNvSpPr/>
          <p:nvPr/>
        </p:nvSpPr>
        <p:spPr>
          <a:xfrm>
            <a:off x="1403648" y="123478"/>
            <a:ext cx="7128900" cy="523800"/>
          </a:xfrm>
          <a:prstGeom prst="snip2DiagRect">
            <a:avLst>
              <a:gd fmla="val 0" name="adj1"/>
              <a:gd fmla="val 16667" name="adj2"/>
            </a:avLst>
          </a:prstGeom>
          <a:gradFill>
            <a:gsLst>
              <a:gs pos="0">
                <a:srgbClr val="82BAFF"/>
              </a:gs>
              <a:gs pos="50000">
                <a:srgbClr val="B3D3FF"/>
              </a:gs>
              <a:gs pos="100000">
                <a:srgbClr val="DAE9FF"/>
              </a:gs>
            </a:gsLst>
            <a:path path="circle">
              <a:fillToRect b="100%" l="100%"/>
            </a:path>
            <a:tileRect r="-100%" t="-10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378" name="Google Shape;378;g3006347a72a_0_240"/>
          <p:cNvSpPr txBox="1"/>
          <p:nvPr>
            <p:ph idx="4294967295" type="sldNum"/>
          </p:nvPr>
        </p:nvSpPr>
        <p:spPr>
          <a:xfrm>
            <a:off x="8404384" y="4749851"/>
            <a:ext cx="548700" cy="3936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1300"/>
              <a:buNone/>
            </a:pPr>
            <a:fld id="{00000000-1234-1234-1234-123412341234}" type="slidenum">
              <a:rPr lang="fr"/>
              <a:t>‹#›</a:t>
            </a:fld>
            <a:endParaRPr/>
          </a:p>
        </p:txBody>
      </p:sp>
      <p:sp>
        <p:nvSpPr>
          <p:cNvPr id="379" name="Google Shape;379;g3006347a72a_0_240"/>
          <p:cNvSpPr txBox="1"/>
          <p:nvPr>
            <p:ph idx="4294967295" type="ctrTitle"/>
          </p:nvPr>
        </p:nvSpPr>
        <p:spPr>
          <a:xfrm>
            <a:off x="1979712" y="-20538"/>
            <a:ext cx="6552600" cy="8268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accent1"/>
              </a:buClr>
              <a:buSzPts val="2000"/>
              <a:buFont typeface="Roboto Slab"/>
              <a:buNone/>
            </a:pPr>
            <a:r>
              <a:rPr b="1" i="0" lang="fr" sz="1800" u="none" cap="none" strike="noStrike">
                <a:solidFill>
                  <a:schemeClr val="dk1"/>
                </a:solidFill>
                <a:latin typeface="Roboto Slab"/>
                <a:ea typeface="Roboto Slab"/>
                <a:cs typeface="Roboto Slab"/>
                <a:sym typeface="Roboto Slab"/>
              </a:rPr>
              <a:t>2.   GÉNÉRALITÉS ET ÉTUDE DE L’EXISTANT</a:t>
            </a:r>
            <a:endParaRPr b="1" i="0" sz="1800" u="none" cap="none" strike="noStrike">
              <a:solidFill>
                <a:schemeClr val="dk1"/>
              </a:solidFill>
              <a:latin typeface="Roboto Slab"/>
              <a:ea typeface="Roboto Slab"/>
              <a:cs typeface="Roboto Slab"/>
              <a:sym typeface="Roboto Slab"/>
            </a:endParaRPr>
          </a:p>
        </p:txBody>
      </p:sp>
      <p:sp>
        <p:nvSpPr>
          <p:cNvPr id="380" name="Google Shape;380;g3006347a72a_0_240"/>
          <p:cNvSpPr txBox="1"/>
          <p:nvPr/>
        </p:nvSpPr>
        <p:spPr>
          <a:xfrm>
            <a:off x="800775" y="1170375"/>
            <a:ext cx="7823100" cy="3711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000"/>
              <a:buFont typeface="Arial"/>
              <a:buNone/>
            </a:pPr>
            <a:r>
              <a:rPr b="1" i="0" lang="fr" sz="2000" u="none" cap="none" strike="noStrike">
                <a:solidFill>
                  <a:schemeClr val="dk1"/>
                </a:solidFill>
                <a:latin typeface="Roboto Slab"/>
                <a:ea typeface="Roboto Slab"/>
                <a:cs typeface="Roboto Slab"/>
                <a:sym typeface="Roboto Slab"/>
              </a:rPr>
              <a:t>Bilan et positionnement</a:t>
            </a:r>
            <a:endParaRPr b="1" i="0" sz="2000" u="none" cap="none" strike="noStrike">
              <a:solidFill>
                <a:schemeClr val="dk1"/>
              </a:solidFill>
              <a:latin typeface="Roboto Slab"/>
              <a:ea typeface="Roboto Slab"/>
              <a:cs typeface="Roboto Slab"/>
              <a:sym typeface="Roboto Slab"/>
            </a:endParaRPr>
          </a:p>
          <a:p>
            <a:pPr indent="0" lvl="0" marL="0" marR="0" rtl="0" algn="l">
              <a:lnSpc>
                <a:spcPct val="100000"/>
              </a:lnSpc>
              <a:spcBef>
                <a:spcPts val="0"/>
              </a:spcBef>
              <a:spcAft>
                <a:spcPts val="0"/>
              </a:spcAft>
              <a:buClr>
                <a:srgbClr val="000000"/>
              </a:buClr>
              <a:buSzPts val="2000"/>
              <a:buFont typeface="Arial"/>
              <a:buNone/>
            </a:pPr>
            <a:r>
              <a:t/>
            </a:r>
            <a:endParaRPr b="1" i="0" sz="2000" u="none" cap="none" strike="noStrike">
              <a:solidFill>
                <a:schemeClr val="dk1"/>
              </a:solidFill>
              <a:latin typeface="Roboto Slab"/>
              <a:ea typeface="Roboto Slab"/>
              <a:cs typeface="Roboto Slab"/>
              <a:sym typeface="Roboto Slab"/>
            </a:endParaRPr>
          </a:p>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Roboto Slab"/>
              <a:ea typeface="Roboto Slab"/>
              <a:cs typeface="Roboto Slab"/>
              <a:sym typeface="Roboto Slab"/>
            </a:endParaRPr>
          </a:p>
        </p:txBody>
      </p:sp>
      <p:sp>
        <p:nvSpPr>
          <p:cNvPr id="381" name="Google Shape;381;g3006347a72a_0_240"/>
          <p:cNvSpPr txBox="1"/>
          <p:nvPr/>
        </p:nvSpPr>
        <p:spPr>
          <a:xfrm>
            <a:off x="-1093375" y="246400"/>
            <a:ext cx="8870100" cy="6465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000"/>
              <a:buFont typeface="Arial"/>
              <a:buNone/>
            </a:pPr>
            <a:r>
              <a:t/>
            </a:r>
            <a:endParaRPr b="0" i="0" sz="3000" u="none" cap="none" strike="noStrike">
              <a:solidFill>
                <a:schemeClr val="dk1"/>
              </a:solidFill>
              <a:latin typeface="Arial"/>
              <a:ea typeface="Arial"/>
              <a:cs typeface="Arial"/>
              <a:sym typeface="Arial"/>
            </a:endParaRPr>
          </a:p>
        </p:txBody>
      </p:sp>
      <p:pic>
        <p:nvPicPr>
          <p:cNvPr id="382" name="Google Shape;382;g3006347a72a_0_240"/>
          <p:cNvPicPr preferRelativeResize="0"/>
          <p:nvPr/>
        </p:nvPicPr>
        <p:blipFill rotWithShape="1">
          <a:blip r:embed="rId3">
            <a:alphaModFix/>
          </a:blip>
          <a:srcRect b="0" l="0" r="0" t="0"/>
          <a:stretch/>
        </p:blipFill>
        <p:spPr>
          <a:xfrm>
            <a:off x="531300" y="2211725"/>
            <a:ext cx="8128800" cy="1953825"/>
          </a:xfrm>
          <a:prstGeom prst="rect">
            <a:avLst/>
          </a:prstGeom>
          <a:noFill/>
          <a:ln>
            <a:noFill/>
          </a:ln>
        </p:spPr>
      </p:pic>
      <p:sp>
        <p:nvSpPr>
          <p:cNvPr id="383" name="Google Shape;383;g3006347a72a_0_240"/>
          <p:cNvSpPr txBox="1"/>
          <p:nvPr/>
        </p:nvSpPr>
        <p:spPr>
          <a:xfrm>
            <a:off x="522600" y="3726975"/>
            <a:ext cx="8128800" cy="393600"/>
          </a:xfrm>
          <a:prstGeom prst="rect">
            <a:avLst/>
          </a:prstGeom>
          <a:noFill/>
          <a:ln cap="flat" cmpd="sng" w="28575">
            <a:solidFill>
              <a:srgbClr val="FF0000"/>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000"/>
              <a:buFont typeface="Arial"/>
              <a:buNone/>
            </a:pPr>
            <a:r>
              <a:t/>
            </a:r>
            <a:endParaRPr b="0" i="0" sz="3000" u="none" cap="none" strike="noStrike">
              <a:solidFill>
                <a:schemeClr val="dk1"/>
              </a:solidFill>
              <a:latin typeface="Arial"/>
              <a:ea typeface="Arial"/>
              <a:cs typeface="Arial"/>
              <a:sym typeface="Arial"/>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7" name="Shape 387"/>
        <p:cNvGrpSpPr/>
        <p:nvPr/>
      </p:nvGrpSpPr>
      <p:grpSpPr>
        <a:xfrm>
          <a:off x="0" y="0"/>
          <a:ext cx="0" cy="0"/>
          <a:chOff x="0" y="0"/>
          <a:chExt cx="0" cy="0"/>
        </a:xfrm>
      </p:grpSpPr>
      <p:sp>
        <p:nvSpPr>
          <p:cNvPr id="388" name="Google Shape;388;g2d33b3c898e_0_18"/>
          <p:cNvSpPr/>
          <p:nvPr/>
        </p:nvSpPr>
        <p:spPr>
          <a:xfrm>
            <a:off x="1403648" y="123478"/>
            <a:ext cx="7128900" cy="523800"/>
          </a:xfrm>
          <a:prstGeom prst="snip2DiagRect">
            <a:avLst>
              <a:gd fmla="val 0" name="adj1"/>
              <a:gd fmla="val 16667" name="adj2"/>
            </a:avLst>
          </a:prstGeom>
          <a:gradFill>
            <a:gsLst>
              <a:gs pos="0">
                <a:srgbClr val="82BAFF"/>
              </a:gs>
              <a:gs pos="50000">
                <a:srgbClr val="B3D3FF"/>
              </a:gs>
              <a:gs pos="100000">
                <a:srgbClr val="DAE9FF"/>
              </a:gs>
            </a:gsLst>
            <a:path path="circle">
              <a:fillToRect b="100%" l="100%"/>
            </a:path>
            <a:tileRect r="-100%" t="-10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389" name="Google Shape;389;g2d33b3c898e_0_18"/>
          <p:cNvSpPr txBox="1"/>
          <p:nvPr>
            <p:ph idx="4294967295" type="sldNum"/>
          </p:nvPr>
        </p:nvSpPr>
        <p:spPr>
          <a:xfrm>
            <a:off x="8404384" y="4749851"/>
            <a:ext cx="548700" cy="3936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1300"/>
              <a:buNone/>
            </a:pPr>
            <a:fld id="{00000000-1234-1234-1234-123412341234}" type="slidenum">
              <a:rPr lang="fr"/>
              <a:t>‹#›</a:t>
            </a:fld>
            <a:endParaRPr/>
          </a:p>
        </p:txBody>
      </p:sp>
      <p:sp>
        <p:nvSpPr>
          <p:cNvPr id="390" name="Google Shape;390;g2d33b3c898e_0_18"/>
          <p:cNvSpPr txBox="1"/>
          <p:nvPr>
            <p:ph idx="4294967295" type="ctrTitle"/>
          </p:nvPr>
        </p:nvSpPr>
        <p:spPr>
          <a:xfrm>
            <a:off x="1979712" y="-20538"/>
            <a:ext cx="6552600" cy="8268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chemeClr val="accent1"/>
              </a:buClr>
              <a:buSzPts val="2000"/>
              <a:buFont typeface="Roboto Slab"/>
              <a:buNone/>
            </a:pPr>
            <a:r>
              <a:rPr b="1" i="0" lang="fr" sz="1800" u="none" cap="none" strike="noStrike">
                <a:solidFill>
                  <a:schemeClr val="dk1"/>
                </a:solidFill>
                <a:latin typeface="Roboto Slab"/>
                <a:ea typeface="Roboto Slab"/>
                <a:cs typeface="Roboto Slab"/>
                <a:sym typeface="Roboto Slab"/>
              </a:rPr>
              <a:t>2.   GÉNÉRALITÉS </a:t>
            </a:r>
            <a:endParaRPr b="1" i="0" sz="1800" u="none" cap="none" strike="noStrike">
              <a:solidFill>
                <a:schemeClr val="dk1"/>
              </a:solidFill>
              <a:latin typeface="Roboto Slab"/>
              <a:ea typeface="Roboto Slab"/>
              <a:cs typeface="Roboto Slab"/>
              <a:sym typeface="Roboto Slab"/>
            </a:endParaRPr>
          </a:p>
        </p:txBody>
      </p:sp>
      <p:sp>
        <p:nvSpPr>
          <p:cNvPr id="391" name="Google Shape;391;g2d33b3c898e_0_18"/>
          <p:cNvSpPr txBox="1"/>
          <p:nvPr/>
        </p:nvSpPr>
        <p:spPr>
          <a:xfrm>
            <a:off x="800775" y="1170375"/>
            <a:ext cx="7823100" cy="3711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000"/>
              <a:buFont typeface="Arial"/>
              <a:buNone/>
            </a:pPr>
            <a:r>
              <a:t/>
            </a:r>
            <a:endParaRPr b="1" i="0" sz="2000" u="none" cap="none" strike="noStrike">
              <a:solidFill>
                <a:schemeClr val="dk1"/>
              </a:solidFill>
              <a:latin typeface="Roboto Slab"/>
              <a:ea typeface="Roboto Slab"/>
              <a:cs typeface="Roboto Slab"/>
              <a:sym typeface="Roboto Slab"/>
            </a:endParaRPr>
          </a:p>
          <a:p>
            <a:pPr indent="0" lvl="0" marL="0" marR="0" rtl="0" algn="l">
              <a:lnSpc>
                <a:spcPct val="100000"/>
              </a:lnSpc>
              <a:spcBef>
                <a:spcPts val="0"/>
              </a:spcBef>
              <a:spcAft>
                <a:spcPts val="0"/>
              </a:spcAft>
              <a:buClr>
                <a:srgbClr val="000000"/>
              </a:buClr>
              <a:buSzPts val="2000"/>
              <a:buFont typeface="Arial"/>
              <a:buNone/>
            </a:pPr>
            <a:r>
              <a:t/>
            </a:r>
            <a:endParaRPr b="1" i="0" sz="2000" u="none" cap="none" strike="noStrike">
              <a:solidFill>
                <a:schemeClr val="dk1"/>
              </a:solidFill>
              <a:latin typeface="Roboto Slab"/>
              <a:ea typeface="Roboto Slab"/>
              <a:cs typeface="Roboto Slab"/>
              <a:sym typeface="Roboto Slab"/>
            </a:endParaRPr>
          </a:p>
          <a:p>
            <a:pPr indent="457200" lvl="0" marL="0" marR="0" rtl="0" algn="l">
              <a:lnSpc>
                <a:spcPct val="100000"/>
              </a:lnSpc>
              <a:spcBef>
                <a:spcPts val="0"/>
              </a:spcBef>
              <a:spcAft>
                <a:spcPts val="0"/>
              </a:spcAft>
              <a:buClr>
                <a:srgbClr val="000000"/>
              </a:buClr>
              <a:buSzPts val="2000"/>
              <a:buFont typeface="Arial"/>
              <a:buNone/>
            </a:pPr>
            <a:r>
              <a:rPr b="1" i="0" lang="fr" sz="2000" u="none" cap="none" strike="noStrike">
                <a:solidFill>
                  <a:schemeClr val="dk1"/>
                </a:solidFill>
                <a:latin typeface="Nunito"/>
                <a:ea typeface="Nunito"/>
                <a:cs typeface="Nunito"/>
                <a:sym typeface="Nunito"/>
              </a:rPr>
              <a:t>GNNs </a:t>
            </a:r>
            <a:endParaRPr b="1" i="0" sz="2000" u="none" cap="none" strike="noStrike">
              <a:solidFill>
                <a:schemeClr val="dk1"/>
              </a:solidFill>
              <a:latin typeface="Nunito"/>
              <a:ea typeface="Nunito"/>
              <a:cs typeface="Nunito"/>
              <a:sym typeface="Nunito"/>
            </a:endParaRPr>
          </a:p>
        </p:txBody>
      </p:sp>
      <p:pic>
        <p:nvPicPr>
          <p:cNvPr id="392" name="Google Shape;392;g2d33b3c898e_0_18"/>
          <p:cNvPicPr preferRelativeResize="0"/>
          <p:nvPr/>
        </p:nvPicPr>
        <p:blipFill rotWithShape="1">
          <a:blip r:embed="rId3">
            <a:alphaModFix/>
          </a:blip>
          <a:srcRect b="0" l="0" r="0" t="0"/>
          <a:stretch/>
        </p:blipFill>
        <p:spPr>
          <a:xfrm>
            <a:off x="254820" y="3755645"/>
            <a:ext cx="1319100" cy="1319100"/>
          </a:xfrm>
          <a:prstGeom prst="rect">
            <a:avLst/>
          </a:prstGeom>
          <a:noFill/>
          <a:ln>
            <a:noFill/>
          </a:ln>
        </p:spPr>
      </p:pic>
      <p:sp>
        <p:nvSpPr>
          <p:cNvPr id="393" name="Google Shape;393;g2d33b3c898e_0_18"/>
          <p:cNvSpPr/>
          <p:nvPr/>
        </p:nvSpPr>
        <p:spPr>
          <a:xfrm>
            <a:off x="3135600" y="2241675"/>
            <a:ext cx="4277100" cy="393600"/>
          </a:xfrm>
          <a:prstGeom prst="roundRect">
            <a:avLst>
              <a:gd fmla="val 16667" name="adj"/>
            </a:avLst>
          </a:prstGeom>
          <a:solidFill>
            <a:srgbClr val="38761D"/>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900"/>
              <a:buFont typeface="Arial"/>
              <a:buNone/>
            </a:pPr>
            <a:r>
              <a:rPr b="1" i="0" lang="fr" sz="1900" u="none" cap="none" strike="noStrike">
                <a:solidFill>
                  <a:schemeClr val="lt1"/>
                </a:solidFill>
                <a:latin typeface="Nunito"/>
                <a:ea typeface="Nunito"/>
                <a:cs typeface="Nunito"/>
                <a:sym typeface="Nunito"/>
              </a:rPr>
              <a:t>1</a:t>
            </a:r>
            <a:r>
              <a:rPr b="1" i="0" lang="fr" sz="1500" u="none" cap="none" strike="noStrike">
                <a:solidFill>
                  <a:schemeClr val="lt1"/>
                </a:solidFill>
                <a:latin typeface="Nunito"/>
                <a:ea typeface="Nunito"/>
                <a:cs typeface="Nunito"/>
                <a:sym typeface="Nunito"/>
              </a:rPr>
              <a:t>  </a:t>
            </a:r>
            <a:r>
              <a:rPr b="1" i="0" lang="fr" sz="2000" u="none" cap="none" strike="noStrike">
                <a:solidFill>
                  <a:schemeClr val="lt1"/>
                </a:solidFill>
                <a:latin typeface="Nunito"/>
                <a:ea typeface="Nunito"/>
                <a:cs typeface="Nunito"/>
                <a:sym typeface="Nunito"/>
              </a:rPr>
              <a:t>Les graphes sont intuitifs </a:t>
            </a:r>
            <a:endParaRPr b="1" i="0" sz="2000" u="none" cap="none" strike="noStrike">
              <a:solidFill>
                <a:schemeClr val="lt1"/>
              </a:solidFill>
              <a:latin typeface="Nunito"/>
              <a:ea typeface="Nunito"/>
              <a:cs typeface="Nunito"/>
              <a:sym typeface="Nunito"/>
            </a:endParaRPr>
          </a:p>
        </p:txBody>
      </p:sp>
      <p:sp>
        <p:nvSpPr>
          <p:cNvPr id="394" name="Google Shape;394;g2d33b3c898e_0_18"/>
          <p:cNvSpPr/>
          <p:nvPr/>
        </p:nvSpPr>
        <p:spPr>
          <a:xfrm>
            <a:off x="3117450" y="3214050"/>
            <a:ext cx="4542900" cy="523800"/>
          </a:xfrm>
          <a:prstGeom prst="roundRect">
            <a:avLst>
              <a:gd fmla="val 16667" name="adj"/>
            </a:avLst>
          </a:prstGeom>
          <a:solidFill>
            <a:srgbClr val="38761D"/>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900"/>
              <a:buFont typeface="Arial"/>
              <a:buNone/>
            </a:pPr>
            <a:r>
              <a:rPr b="1" i="0" lang="fr" sz="1900" u="none" cap="none" strike="noStrike">
                <a:solidFill>
                  <a:schemeClr val="lt1"/>
                </a:solidFill>
                <a:latin typeface="Nunito"/>
                <a:ea typeface="Nunito"/>
                <a:cs typeface="Nunito"/>
                <a:sym typeface="Nunito"/>
              </a:rPr>
              <a:t>2</a:t>
            </a:r>
            <a:r>
              <a:rPr b="1" i="0" lang="fr" sz="1500" u="none" cap="none" strike="noStrike">
                <a:solidFill>
                  <a:schemeClr val="lt1"/>
                </a:solidFill>
                <a:latin typeface="Nunito"/>
                <a:ea typeface="Nunito"/>
                <a:cs typeface="Nunito"/>
                <a:sym typeface="Nunito"/>
              </a:rPr>
              <a:t> Fournir des explications claires des résultats</a:t>
            </a:r>
            <a:endParaRPr b="1" i="0" sz="1500" u="none" cap="none" strike="noStrike">
              <a:solidFill>
                <a:schemeClr val="lt1"/>
              </a:solidFill>
              <a:latin typeface="Nunito"/>
              <a:ea typeface="Nunito"/>
              <a:cs typeface="Nunito"/>
              <a:sym typeface="Nunito"/>
            </a:endParaRPr>
          </a:p>
        </p:txBody>
      </p:sp>
      <p:sp>
        <p:nvSpPr>
          <p:cNvPr id="395" name="Google Shape;395;g2d33b3c898e_0_18"/>
          <p:cNvSpPr/>
          <p:nvPr/>
        </p:nvSpPr>
        <p:spPr>
          <a:xfrm>
            <a:off x="852675" y="1980375"/>
            <a:ext cx="371400" cy="192600"/>
          </a:xfrm>
          <a:prstGeom prst="rightArrow">
            <a:avLst>
              <a:gd fmla="val 50000" name="adj1"/>
              <a:gd fmla="val 50000" name="adj2"/>
            </a:avLst>
          </a:prstGeom>
          <a:solidFill>
            <a:srgbClr val="61AC4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6" name="Google Shape;396;g2d33b3c898e_0_18"/>
          <p:cNvSpPr/>
          <p:nvPr/>
        </p:nvSpPr>
        <p:spPr>
          <a:xfrm>
            <a:off x="3117450" y="4128450"/>
            <a:ext cx="4820100" cy="523800"/>
          </a:xfrm>
          <a:prstGeom prst="roundRect">
            <a:avLst>
              <a:gd fmla="val 16667" name="adj"/>
            </a:avLst>
          </a:prstGeom>
          <a:solidFill>
            <a:srgbClr val="38761D"/>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900"/>
              <a:buFont typeface="Arial"/>
              <a:buNone/>
            </a:pPr>
            <a:r>
              <a:rPr b="1" lang="fr" sz="1900">
                <a:solidFill>
                  <a:schemeClr val="lt1"/>
                </a:solidFill>
                <a:latin typeface="Nunito"/>
                <a:ea typeface="Nunito"/>
                <a:cs typeface="Nunito"/>
                <a:sym typeface="Nunito"/>
              </a:rPr>
              <a:t>3</a:t>
            </a:r>
            <a:r>
              <a:rPr b="1" i="0" lang="fr" sz="1500" u="none" cap="none" strike="noStrike">
                <a:solidFill>
                  <a:schemeClr val="lt1"/>
                </a:solidFill>
                <a:latin typeface="Nunito"/>
                <a:ea typeface="Nunito"/>
                <a:cs typeface="Nunito"/>
                <a:sym typeface="Nunito"/>
              </a:rPr>
              <a:t> Fou</a:t>
            </a:r>
            <a:r>
              <a:rPr b="1" lang="fr" sz="1500">
                <a:solidFill>
                  <a:schemeClr val="lt1"/>
                </a:solidFill>
                <a:latin typeface="Nunito"/>
                <a:ea typeface="Nunito"/>
                <a:cs typeface="Nunito"/>
                <a:sym typeface="Nunito"/>
              </a:rPr>
              <a:t>rnir une bonne representation des donnees</a:t>
            </a:r>
            <a:endParaRPr b="1" i="0" sz="1500" u="none" cap="none" strike="noStrike">
              <a:solidFill>
                <a:schemeClr val="lt1"/>
              </a:solidFill>
              <a:latin typeface="Nunito"/>
              <a:ea typeface="Nunito"/>
              <a:cs typeface="Nunito"/>
              <a:sym typeface="Nunito"/>
            </a:endParaRPr>
          </a:p>
        </p:txBody>
      </p:sp>
    </p:spTree>
  </p:cSld>
  <p:clrMapOvr>
    <a:masterClrMapping/>
  </p:clrMapOvr>
  <p:transition>
    <p:fade thruBlk="1"/>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93"/>
                                        </p:tgtEl>
                                        <p:attrNameLst>
                                          <p:attrName>style.visibility</p:attrName>
                                        </p:attrNameLst>
                                      </p:cBhvr>
                                      <p:to>
                                        <p:strVal val="visible"/>
                                      </p:to>
                                    </p:set>
                                    <p:anim calcmode="lin" valueType="num">
                                      <p:cBhvr additive="base">
                                        <p:cTn dur="1000"/>
                                        <p:tgtEl>
                                          <p:spTgt spid="393"/>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394"/>
                                        </p:tgtEl>
                                        <p:attrNameLst>
                                          <p:attrName>style.visibility</p:attrName>
                                        </p:attrNameLst>
                                      </p:cBhvr>
                                      <p:to>
                                        <p:strVal val="visible"/>
                                      </p:to>
                                    </p:set>
                                    <p:anim calcmode="lin" valueType="num">
                                      <p:cBhvr additive="base">
                                        <p:cTn dur="1000"/>
                                        <p:tgtEl>
                                          <p:spTgt spid="394"/>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0" name="Shape 400"/>
        <p:cNvGrpSpPr/>
        <p:nvPr/>
      </p:nvGrpSpPr>
      <p:grpSpPr>
        <a:xfrm>
          <a:off x="0" y="0"/>
          <a:ext cx="0" cy="0"/>
          <a:chOff x="0" y="0"/>
          <a:chExt cx="0" cy="0"/>
        </a:xfrm>
      </p:grpSpPr>
      <p:sp>
        <p:nvSpPr>
          <p:cNvPr id="401" name="Google Shape;401;p22"/>
          <p:cNvSpPr/>
          <p:nvPr/>
        </p:nvSpPr>
        <p:spPr>
          <a:xfrm>
            <a:off x="1187624" y="2139702"/>
            <a:ext cx="6696744" cy="791722"/>
          </a:xfrm>
          <a:prstGeom prst="snip2DiagRect">
            <a:avLst>
              <a:gd fmla="val 0" name="adj1"/>
              <a:gd fmla="val 16667" name="adj2"/>
            </a:avLst>
          </a:prstGeom>
          <a:gradFill>
            <a:gsLst>
              <a:gs pos="0">
                <a:srgbClr val="0075E5"/>
              </a:gs>
              <a:gs pos="100000">
                <a:srgbClr val="04325F"/>
              </a:gs>
            </a:gsLst>
            <a:path path="circle">
              <a:fillToRect b="50%" l="50%" r="50%" t="50%"/>
            </a:path>
            <a:tileRect/>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402" name="Google Shape;402;p22"/>
          <p:cNvSpPr txBox="1"/>
          <p:nvPr>
            <p:ph type="ctrTitle"/>
          </p:nvPr>
        </p:nvSpPr>
        <p:spPr>
          <a:xfrm>
            <a:off x="1763688" y="2139336"/>
            <a:ext cx="5832600" cy="702884"/>
          </a:xfrm>
          <a:prstGeom prst="rect">
            <a:avLst/>
          </a:prstGeom>
          <a:noFill/>
          <a:ln>
            <a:noFill/>
          </a:ln>
        </p:spPr>
        <p:txBody>
          <a:bodyPr anchorCtr="0" anchor="b" bIns="91425" lIns="91425" spcFirstLastPara="1" rIns="91425" wrap="square" tIns="91425">
            <a:noAutofit/>
          </a:bodyPr>
          <a:lstStyle/>
          <a:p>
            <a:pPr indent="0" lvl="0" marL="0" rtl="0" algn="l">
              <a:lnSpc>
                <a:spcPct val="100000"/>
              </a:lnSpc>
              <a:spcBef>
                <a:spcPts val="0"/>
              </a:spcBef>
              <a:spcAft>
                <a:spcPts val="0"/>
              </a:spcAft>
              <a:buSzPts val="4400"/>
              <a:buNone/>
            </a:pPr>
            <a:r>
              <a:t/>
            </a:r>
            <a:endParaRPr sz="6000">
              <a:solidFill>
                <a:schemeClr val="lt1"/>
              </a:solidFill>
            </a:endParaRPr>
          </a:p>
          <a:p>
            <a:pPr indent="0" lvl="0" marL="0" rtl="0" algn="l">
              <a:lnSpc>
                <a:spcPct val="100000"/>
              </a:lnSpc>
              <a:spcBef>
                <a:spcPts val="0"/>
              </a:spcBef>
              <a:spcAft>
                <a:spcPts val="0"/>
              </a:spcAft>
              <a:buSzPts val="4400"/>
              <a:buNone/>
            </a:pPr>
            <a:r>
              <a:rPr lang="fr" sz="2800">
                <a:solidFill>
                  <a:schemeClr val="lt1"/>
                </a:solidFill>
              </a:rPr>
              <a:t>3.         MÉTHODOLOGIE</a:t>
            </a:r>
            <a:endParaRPr sz="2800">
              <a:solidFill>
                <a:schemeClr val="lt1"/>
              </a:solidFill>
            </a:endParaRPr>
          </a:p>
        </p:txBody>
      </p:sp>
      <p:sp>
        <p:nvSpPr>
          <p:cNvPr id="403" name="Google Shape;403;p22"/>
          <p:cNvSpPr txBox="1"/>
          <p:nvPr>
            <p:ph idx="4294967295" type="sldNum"/>
          </p:nvPr>
        </p:nvSpPr>
        <p:spPr>
          <a:xfrm>
            <a:off x="8404384" y="4749851"/>
            <a:ext cx="548700" cy="3936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1300"/>
              <a:buNone/>
            </a:pPr>
            <a:fld id="{00000000-1234-1234-1234-123412341234}" type="slidenum">
              <a:rPr lang="fr"/>
              <a:t>‹#›</a:t>
            </a:fld>
            <a:endParaRPr/>
          </a:p>
        </p:txBody>
      </p:sp>
    </p:spTree>
  </p:cSld>
  <p:clrMapOvr>
    <a:masterClrMapping/>
  </p:clrMapOvr>
  <p:transition>
    <p:fade thruBlk="1"/>
  </p:transition>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7" name="Shape 407"/>
        <p:cNvGrpSpPr/>
        <p:nvPr/>
      </p:nvGrpSpPr>
      <p:grpSpPr>
        <a:xfrm>
          <a:off x="0" y="0"/>
          <a:ext cx="0" cy="0"/>
          <a:chOff x="0" y="0"/>
          <a:chExt cx="0" cy="0"/>
        </a:xfrm>
      </p:grpSpPr>
      <p:sp>
        <p:nvSpPr>
          <p:cNvPr id="408" name="Google Shape;408;g2d33b3c898e_0_50"/>
          <p:cNvSpPr txBox="1"/>
          <p:nvPr>
            <p:ph type="ctrTitle"/>
          </p:nvPr>
        </p:nvSpPr>
        <p:spPr>
          <a:xfrm>
            <a:off x="1763688" y="2139336"/>
            <a:ext cx="5832600" cy="702900"/>
          </a:xfrm>
          <a:prstGeom prst="rect">
            <a:avLst/>
          </a:prstGeom>
          <a:noFill/>
          <a:ln>
            <a:noFill/>
          </a:ln>
        </p:spPr>
        <p:txBody>
          <a:bodyPr anchorCtr="0" anchor="b" bIns="91425" lIns="91425" spcFirstLastPara="1" rIns="91425" wrap="square" tIns="91425">
            <a:noAutofit/>
          </a:bodyPr>
          <a:lstStyle/>
          <a:p>
            <a:pPr indent="0" lvl="0" marL="0" rtl="0" algn="l">
              <a:lnSpc>
                <a:spcPct val="100000"/>
              </a:lnSpc>
              <a:spcBef>
                <a:spcPts val="0"/>
              </a:spcBef>
              <a:spcAft>
                <a:spcPts val="0"/>
              </a:spcAft>
              <a:buSzPts val="4400"/>
              <a:buNone/>
            </a:pPr>
            <a:r>
              <a:t/>
            </a:r>
            <a:endParaRPr sz="6000">
              <a:solidFill>
                <a:schemeClr val="lt1"/>
              </a:solidFill>
            </a:endParaRPr>
          </a:p>
          <a:p>
            <a:pPr indent="0" lvl="0" marL="0" rtl="0" algn="l">
              <a:lnSpc>
                <a:spcPct val="100000"/>
              </a:lnSpc>
              <a:spcBef>
                <a:spcPts val="0"/>
              </a:spcBef>
              <a:spcAft>
                <a:spcPts val="0"/>
              </a:spcAft>
              <a:buSzPts val="4400"/>
              <a:buNone/>
            </a:pPr>
            <a:r>
              <a:rPr lang="fr" sz="2800">
                <a:solidFill>
                  <a:schemeClr val="lt1"/>
                </a:solidFill>
              </a:rPr>
              <a:t>3.         MÉTHODOLOGIE</a:t>
            </a:r>
            <a:endParaRPr sz="2800">
              <a:solidFill>
                <a:schemeClr val="lt1"/>
              </a:solidFill>
            </a:endParaRPr>
          </a:p>
        </p:txBody>
      </p:sp>
      <p:sp>
        <p:nvSpPr>
          <p:cNvPr id="409" name="Google Shape;409;g2d33b3c898e_0_50"/>
          <p:cNvSpPr txBox="1"/>
          <p:nvPr>
            <p:ph idx="4294967295" type="sldNum"/>
          </p:nvPr>
        </p:nvSpPr>
        <p:spPr>
          <a:xfrm>
            <a:off x="8404384" y="4749851"/>
            <a:ext cx="548700" cy="3936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1300"/>
              <a:buNone/>
            </a:pPr>
            <a:fld id="{00000000-1234-1234-1234-123412341234}" type="slidenum">
              <a:rPr lang="fr"/>
              <a:t>‹#›</a:t>
            </a:fld>
            <a:endParaRPr/>
          </a:p>
        </p:txBody>
      </p:sp>
      <p:pic>
        <p:nvPicPr>
          <p:cNvPr id="410" name="Google Shape;410;g2d33b3c898e_0_50"/>
          <p:cNvPicPr preferRelativeResize="0"/>
          <p:nvPr/>
        </p:nvPicPr>
        <p:blipFill rotWithShape="1">
          <a:blip r:embed="rId3">
            <a:alphaModFix/>
          </a:blip>
          <a:srcRect b="0" l="0" r="0" t="0"/>
          <a:stretch/>
        </p:blipFill>
        <p:spPr>
          <a:xfrm>
            <a:off x="2218306" y="79050"/>
            <a:ext cx="4781795" cy="5064450"/>
          </a:xfrm>
          <a:prstGeom prst="rect">
            <a:avLst/>
          </a:prstGeom>
          <a:noFill/>
          <a:ln>
            <a:noFill/>
          </a:ln>
        </p:spPr>
      </p:pic>
    </p:spTree>
  </p:cSld>
  <p:clrMapOvr>
    <a:masterClrMapping/>
  </p:clrMapOvr>
  <p:transition>
    <p:fade thruBlk="1"/>
  </p:transition>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4" name="Shape 414"/>
        <p:cNvGrpSpPr/>
        <p:nvPr/>
      </p:nvGrpSpPr>
      <p:grpSpPr>
        <a:xfrm>
          <a:off x="0" y="0"/>
          <a:ext cx="0" cy="0"/>
          <a:chOff x="0" y="0"/>
          <a:chExt cx="0" cy="0"/>
        </a:xfrm>
      </p:grpSpPr>
      <p:sp>
        <p:nvSpPr>
          <p:cNvPr id="415" name="Google Shape;415;g3006347a72a_0_278"/>
          <p:cNvSpPr/>
          <p:nvPr/>
        </p:nvSpPr>
        <p:spPr>
          <a:xfrm>
            <a:off x="1286920" y="70943"/>
            <a:ext cx="5670300" cy="384000"/>
          </a:xfrm>
          <a:prstGeom prst="snip2DiagRect">
            <a:avLst>
              <a:gd fmla="val 0" name="adj1"/>
              <a:gd fmla="val 16667" name="adj2"/>
            </a:avLst>
          </a:prstGeom>
          <a:gradFill>
            <a:gsLst>
              <a:gs pos="0">
                <a:srgbClr val="0075E5"/>
              </a:gs>
              <a:gs pos="100000">
                <a:srgbClr val="04325F"/>
              </a:gs>
            </a:gsLst>
            <a:path path="circle">
              <a:fillToRect b="50%" l="50%" r="50%" t="50%"/>
            </a:path>
            <a:tileRect/>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416" name="Google Shape;416;g3006347a72a_0_278"/>
          <p:cNvSpPr txBox="1"/>
          <p:nvPr>
            <p:ph type="ctrTitle"/>
          </p:nvPr>
        </p:nvSpPr>
        <p:spPr>
          <a:xfrm>
            <a:off x="2195736" y="-92546"/>
            <a:ext cx="6246900" cy="8268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4400"/>
              <a:buNone/>
            </a:pPr>
            <a:r>
              <a:rPr b="1" lang="fr" sz="2000">
                <a:solidFill>
                  <a:schemeClr val="lt1"/>
                </a:solidFill>
              </a:rPr>
              <a:t>3.     MÉTHODOLOGIE</a:t>
            </a:r>
            <a:endParaRPr b="1" sz="2000">
              <a:solidFill>
                <a:schemeClr val="lt1"/>
              </a:solidFill>
            </a:endParaRPr>
          </a:p>
        </p:txBody>
      </p:sp>
      <p:sp>
        <p:nvSpPr>
          <p:cNvPr id="417" name="Google Shape;417;g3006347a72a_0_278"/>
          <p:cNvSpPr txBox="1"/>
          <p:nvPr/>
        </p:nvSpPr>
        <p:spPr>
          <a:xfrm>
            <a:off x="8404384" y="4749851"/>
            <a:ext cx="548700" cy="393600"/>
          </a:xfrm>
          <a:prstGeom prst="rect">
            <a:avLst/>
          </a:prstGeom>
          <a:noFill/>
          <a:ln>
            <a:noFill/>
          </a:ln>
        </p:spPr>
        <p:txBody>
          <a:bodyPr anchorCtr="0" anchor="t" bIns="91425" lIns="91425" spcFirstLastPara="1" rIns="91425" wrap="square" tIns="91425">
            <a:noAutofit/>
          </a:bodyPr>
          <a:lstStyle/>
          <a:p>
            <a:pPr indent="0" lvl="0" marL="0" marR="0" rtl="0" algn="r">
              <a:lnSpc>
                <a:spcPct val="100000"/>
              </a:lnSpc>
              <a:spcBef>
                <a:spcPts val="0"/>
              </a:spcBef>
              <a:spcAft>
                <a:spcPts val="0"/>
              </a:spcAft>
              <a:buClr>
                <a:srgbClr val="000000"/>
              </a:buClr>
              <a:buSzPts val="1300"/>
              <a:buFont typeface="Arial"/>
              <a:buNone/>
            </a:pPr>
            <a:r>
              <a:rPr b="1" i="0" lang="fr" sz="1300" u="none" cap="none" strike="noStrike">
                <a:solidFill>
                  <a:schemeClr val="accent1"/>
                </a:solidFill>
                <a:latin typeface="Arial"/>
                <a:ea typeface="Arial"/>
                <a:cs typeface="Arial"/>
                <a:sym typeface="Arial"/>
              </a:rPr>
              <a:t>22</a:t>
            </a:r>
            <a:endParaRPr b="0" i="0" sz="1400" u="none" cap="none" strike="noStrike">
              <a:solidFill>
                <a:srgbClr val="000000"/>
              </a:solidFill>
              <a:latin typeface="Arial"/>
              <a:ea typeface="Arial"/>
              <a:cs typeface="Arial"/>
              <a:sym typeface="Arial"/>
            </a:endParaRPr>
          </a:p>
        </p:txBody>
      </p:sp>
      <p:sp>
        <p:nvSpPr>
          <p:cNvPr id="418" name="Google Shape;418;g3006347a72a_0_278"/>
          <p:cNvSpPr txBox="1"/>
          <p:nvPr/>
        </p:nvSpPr>
        <p:spPr>
          <a:xfrm>
            <a:off x="950275" y="734250"/>
            <a:ext cx="8088600" cy="523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100"/>
              <a:buFont typeface="Arial"/>
              <a:buNone/>
            </a:pPr>
            <a:r>
              <a:rPr b="1" i="0" lang="fr" sz="2200" u="none" cap="none" strike="noStrike">
                <a:solidFill>
                  <a:srgbClr val="000000"/>
                </a:solidFill>
                <a:latin typeface="Roboto Slab"/>
                <a:ea typeface="Roboto Slab"/>
                <a:cs typeface="Roboto Slab"/>
                <a:sym typeface="Roboto Slab"/>
              </a:rPr>
              <a:t>Compréhension du projet et collecte des données</a:t>
            </a:r>
            <a:endParaRPr b="1" i="0" sz="2200" u="none" cap="none" strike="noStrike">
              <a:solidFill>
                <a:srgbClr val="000000"/>
              </a:solidFill>
              <a:latin typeface="Roboto Slab"/>
              <a:ea typeface="Roboto Slab"/>
              <a:cs typeface="Roboto Slab"/>
              <a:sym typeface="Roboto Slab"/>
            </a:endParaRPr>
          </a:p>
        </p:txBody>
      </p:sp>
      <p:sp>
        <p:nvSpPr>
          <p:cNvPr id="419" name="Google Shape;419;g3006347a72a_0_278"/>
          <p:cNvSpPr txBox="1"/>
          <p:nvPr/>
        </p:nvSpPr>
        <p:spPr>
          <a:xfrm>
            <a:off x="773175" y="1324375"/>
            <a:ext cx="7699800" cy="34254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Roboto Slab"/>
              <a:ea typeface="Roboto Slab"/>
              <a:cs typeface="Roboto Slab"/>
              <a:sym typeface="Roboto Slab"/>
            </a:endParaRPr>
          </a:p>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chemeClr val="dk1"/>
              </a:solidFill>
              <a:latin typeface="Roboto Slab"/>
              <a:ea typeface="Roboto Slab"/>
              <a:cs typeface="Roboto Slab"/>
              <a:sym typeface="Roboto Slab"/>
            </a:endParaRPr>
          </a:p>
        </p:txBody>
      </p:sp>
      <p:sp>
        <p:nvSpPr>
          <p:cNvPr id="420" name="Google Shape;420;g3006347a72a_0_278"/>
          <p:cNvSpPr txBox="1"/>
          <p:nvPr/>
        </p:nvSpPr>
        <p:spPr>
          <a:xfrm>
            <a:off x="754575" y="4303925"/>
            <a:ext cx="3387900" cy="523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600"/>
              <a:buFont typeface="Arial"/>
              <a:buNone/>
            </a:pPr>
            <a:r>
              <a:rPr b="0" i="0" lang="fr" sz="1600" u="none" cap="none" strike="noStrike">
                <a:solidFill>
                  <a:schemeClr val="dk1"/>
                </a:solidFill>
                <a:latin typeface="Roboto Slab"/>
                <a:ea typeface="Roboto Slab"/>
                <a:cs typeface="Roboto Slab"/>
                <a:sym typeface="Roboto Slab"/>
              </a:rPr>
              <a:t> Curriculum de l’Enseignement Primaire Francophone Camerounais</a:t>
            </a:r>
            <a:endParaRPr b="0" i="0" sz="1600" u="none" cap="none" strike="noStrike">
              <a:solidFill>
                <a:schemeClr val="dk1"/>
              </a:solidFill>
              <a:latin typeface="Roboto Slab"/>
              <a:ea typeface="Roboto Slab"/>
              <a:cs typeface="Roboto Slab"/>
              <a:sym typeface="Roboto Slab"/>
            </a:endParaRPr>
          </a:p>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chemeClr val="dk1"/>
              </a:solidFill>
              <a:latin typeface="Roboto Slab"/>
              <a:ea typeface="Roboto Slab"/>
              <a:cs typeface="Roboto Slab"/>
              <a:sym typeface="Roboto Slab"/>
            </a:endParaRPr>
          </a:p>
        </p:txBody>
      </p:sp>
      <p:sp>
        <p:nvSpPr>
          <p:cNvPr id="421" name="Google Shape;421;g3006347a72a_0_278"/>
          <p:cNvSpPr txBox="1"/>
          <p:nvPr/>
        </p:nvSpPr>
        <p:spPr>
          <a:xfrm>
            <a:off x="5658875" y="2877825"/>
            <a:ext cx="3172200" cy="22485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100"/>
              <a:buFont typeface="Arial"/>
              <a:buNone/>
            </a:pPr>
            <a:r>
              <a:rPr b="0" i="0" lang="fr" sz="2100" u="none" cap="none" strike="noStrike">
                <a:solidFill>
                  <a:schemeClr val="dk1"/>
                </a:solidFill>
                <a:latin typeface="Roboto Slab"/>
                <a:ea typeface="Roboto Slab"/>
                <a:cs typeface="Roboto Slab"/>
                <a:sym typeface="Roboto Slab"/>
              </a:rPr>
              <a:t>Le village, la ville, l’école, les métiers, les voyages, la santé, les sports et loisirs, l’espace, et la nature.</a:t>
            </a:r>
            <a:endParaRPr b="0" i="0" sz="2100" u="none" cap="none" strike="noStrike">
              <a:solidFill>
                <a:schemeClr val="dk1"/>
              </a:solidFill>
              <a:latin typeface="Roboto Slab"/>
              <a:ea typeface="Roboto Slab"/>
              <a:cs typeface="Roboto Slab"/>
              <a:sym typeface="Roboto Slab"/>
            </a:endParaRPr>
          </a:p>
          <a:p>
            <a:pPr indent="0" lvl="0" marL="0" marR="0" rtl="0" algn="l">
              <a:lnSpc>
                <a:spcPct val="100000"/>
              </a:lnSpc>
              <a:spcBef>
                <a:spcPts val="0"/>
              </a:spcBef>
              <a:spcAft>
                <a:spcPts val="0"/>
              </a:spcAft>
              <a:buClr>
                <a:srgbClr val="000000"/>
              </a:buClr>
              <a:buSzPts val="2100"/>
              <a:buFont typeface="Arial"/>
              <a:buNone/>
            </a:pPr>
            <a:r>
              <a:t/>
            </a:r>
            <a:endParaRPr b="0" i="0" sz="2100" u="none" cap="none" strike="noStrike">
              <a:solidFill>
                <a:schemeClr val="dk1"/>
              </a:solidFill>
              <a:latin typeface="Roboto Slab"/>
              <a:ea typeface="Roboto Slab"/>
              <a:cs typeface="Roboto Slab"/>
              <a:sym typeface="Roboto Slab"/>
            </a:endParaRPr>
          </a:p>
        </p:txBody>
      </p:sp>
      <p:pic>
        <p:nvPicPr>
          <p:cNvPr id="422" name="Google Shape;422;g3006347a72a_0_278"/>
          <p:cNvPicPr preferRelativeResize="0"/>
          <p:nvPr/>
        </p:nvPicPr>
        <p:blipFill rotWithShape="1">
          <a:blip r:embed="rId3">
            <a:alphaModFix/>
          </a:blip>
          <a:srcRect b="0" l="0" r="0" t="0"/>
          <a:stretch/>
        </p:blipFill>
        <p:spPr>
          <a:xfrm>
            <a:off x="1013775" y="2877825"/>
            <a:ext cx="1417538" cy="1389375"/>
          </a:xfrm>
          <a:prstGeom prst="rect">
            <a:avLst/>
          </a:prstGeom>
          <a:noFill/>
          <a:ln>
            <a:noFill/>
          </a:ln>
        </p:spPr>
      </p:pic>
      <p:sp>
        <p:nvSpPr>
          <p:cNvPr id="423" name="Google Shape;423;g3006347a72a_0_278"/>
          <p:cNvSpPr txBox="1"/>
          <p:nvPr/>
        </p:nvSpPr>
        <p:spPr>
          <a:xfrm>
            <a:off x="1240750" y="1438275"/>
            <a:ext cx="7163700" cy="11181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600"/>
              <a:buFont typeface="Arial"/>
              <a:buNone/>
            </a:pPr>
            <a:r>
              <a:rPr b="0" i="0" lang="fr" sz="2600" u="none" cap="none" strike="noStrike">
                <a:solidFill>
                  <a:schemeClr val="dk1"/>
                </a:solidFill>
                <a:latin typeface="Roboto Slab"/>
                <a:ea typeface="Roboto Slab"/>
                <a:cs typeface="Roboto Slab"/>
                <a:sym typeface="Roboto Slab"/>
              </a:rPr>
              <a:t>Niveau 1		    Niveau 2		    Niveau 3</a:t>
            </a:r>
            <a:endParaRPr b="0" i="0" sz="2600" u="none" cap="none" strike="noStrike">
              <a:solidFill>
                <a:schemeClr val="dk1"/>
              </a:solidFill>
              <a:latin typeface="Roboto Slab"/>
              <a:ea typeface="Roboto Slab"/>
              <a:cs typeface="Roboto Slab"/>
              <a:sym typeface="Roboto Slab"/>
            </a:endParaRPr>
          </a:p>
          <a:p>
            <a:pPr indent="0" lvl="0" marL="0" marR="0" rtl="0" algn="l">
              <a:lnSpc>
                <a:spcPct val="100000"/>
              </a:lnSpc>
              <a:spcBef>
                <a:spcPts val="0"/>
              </a:spcBef>
              <a:spcAft>
                <a:spcPts val="0"/>
              </a:spcAft>
              <a:buClr>
                <a:srgbClr val="000000"/>
              </a:buClr>
              <a:buSzPts val="2600"/>
              <a:buFont typeface="Arial"/>
              <a:buNone/>
            </a:pPr>
            <a:r>
              <a:rPr b="0" i="0" lang="fr" sz="2600" u="none" cap="none" strike="noStrike">
                <a:solidFill>
                  <a:schemeClr val="dk1"/>
                </a:solidFill>
                <a:latin typeface="Roboto Slab"/>
                <a:ea typeface="Roboto Slab"/>
                <a:cs typeface="Roboto Slab"/>
                <a:sym typeface="Roboto Slab"/>
              </a:rPr>
              <a:t>SIL-CP		    CE1-CE2            CM1-CM2 </a:t>
            </a:r>
            <a:endParaRPr b="0" i="0" sz="2600" u="none" cap="none" strike="noStrike">
              <a:solidFill>
                <a:schemeClr val="dk1"/>
              </a:solidFill>
              <a:latin typeface="Roboto Slab"/>
              <a:ea typeface="Roboto Slab"/>
              <a:cs typeface="Roboto Slab"/>
              <a:sym typeface="Roboto Slab"/>
            </a:endParaRPr>
          </a:p>
        </p:txBody>
      </p:sp>
    </p:spTree>
  </p:cSld>
  <p:clrMapOvr>
    <a:masterClrMapping/>
  </p:clrMapOvr>
  <p:transition spd="med">
    <p:fade thruBlk="1"/>
  </p:transition>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7" name="Shape 427"/>
        <p:cNvGrpSpPr/>
        <p:nvPr/>
      </p:nvGrpSpPr>
      <p:grpSpPr>
        <a:xfrm>
          <a:off x="0" y="0"/>
          <a:ext cx="0" cy="0"/>
          <a:chOff x="0" y="0"/>
          <a:chExt cx="0" cy="0"/>
        </a:xfrm>
      </p:grpSpPr>
      <p:sp>
        <p:nvSpPr>
          <p:cNvPr id="428" name="Google Shape;428;g3006347a72a_0_292"/>
          <p:cNvSpPr/>
          <p:nvPr/>
        </p:nvSpPr>
        <p:spPr>
          <a:xfrm>
            <a:off x="1286920" y="70943"/>
            <a:ext cx="5670300" cy="384000"/>
          </a:xfrm>
          <a:prstGeom prst="snip2DiagRect">
            <a:avLst>
              <a:gd fmla="val 0" name="adj1"/>
              <a:gd fmla="val 16667" name="adj2"/>
            </a:avLst>
          </a:prstGeom>
          <a:gradFill>
            <a:gsLst>
              <a:gs pos="0">
                <a:srgbClr val="0075E5"/>
              </a:gs>
              <a:gs pos="100000">
                <a:srgbClr val="04325F"/>
              </a:gs>
            </a:gsLst>
            <a:path path="circle">
              <a:fillToRect b="50%" l="50%" r="50%" t="50%"/>
            </a:path>
            <a:tileRect/>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429" name="Google Shape;429;g3006347a72a_0_292"/>
          <p:cNvSpPr txBox="1"/>
          <p:nvPr>
            <p:ph type="ctrTitle"/>
          </p:nvPr>
        </p:nvSpPr>
        <p:spPr>
          <a:xfrm>
            <a:off x="2195736" y="-92546"/>
            <a:ext cx="6246900" cy="8268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4400"/>
              <a:buNone/>
            </a:pPr>
            <a:r>
              <a:rPr b="1" lang="fr" sz="2000">
                <a:solidFill>
                  <a:schemeClr val="lt1"/>
                </a:solidFill>
              </a:rPr>
              <a:t>3.     MÉTHODOLOGIE</a:t>
            </a:r>
            <a:endParaRPr b="1" sz="2000">
              <a:solidFill>
                <a:schemeClr val="lt1"/>
              </a:solidFill>
            </a:endParaRPr>
          </a:p>
        </p:txBody>
      </p:sp>
      <p:sp>
        <p:nvSpPr>
          <p:cNvPr id="430" name="Google Shape;430;g3006347a72a_0_292"/>
          <p:cNvSpPr txBox="1"/>
          <p:nvPr/>
        </p:nvSpPr>
        <p:spPr>
          <a:xfrm>
            <a:off x="8404384" y="4749851"/>
            <a:ext cx="548700" cy="393600"/>
          </a:xfrm>
          <a:prstGeom prst="rect">
            <a:avLst/>
          </a:prstGeom>
          <a:noFill/>
          <a:ln>
            <a:noFill/>
          </a:ln>
        </p:spPr>
        <p:txBody>
          <a:bodyPr anchorCtr="0" anchor="t" bIns="91425" lIns="91425" spcFirstLastPara="1" rIns="91425" wrap="square" tIns="91425">
            <a:noAutofit/>
          </a:bodyPr>
          <a:lstStyle/>
          <a:p>
            <a:pPr indent="0" lvl="0" marL="0" marR="0" rtl="0" algn="r">
              <a:lnSpc>
                <a:spcPct val="100000"/>
              </a:lnSpc>
              <a:spcBef>
                <a:spcPts val="0"/>
              </a:spcBef>
              <a:spcAft>
                <a:spcPts val="0"/>
              </a:spcAft>
              <a:buClr>
                <a:srgbClr val="000000"/>
              </a:buClr>
              <a:buSzPts val="1300"/>
              <a:buFont typeface="Arial"/>
              <a:buNone/>
            </a:pPr>
            <a:r>
              <a:rPr b="1" i="0" lang="fr" sz="1300" u="none" cap="none" strike="noStrike">
                <a:solidFill>
                  <a:schemeClr val="accent1"/>
                </a:solidFill>
                <a:latin typeface="Arial"/>
                <a:ea typeface="Arial"/>
                <a:cs typeface="Arial"/>
                <a:sym typeface="Arial"/>
              </a:rPr>
              <a:t>22</a:t>
            </a:r>
            <a:endParaRPr b="0" i="0" sz="1400" u="none" cap="none" strike="noStrike">
              <a:solidFill>
                <a:srgbClr val="000000"/>
              </a:solidFill>
              <a:latin typeface="Arial"/>
              <a:ea typeface="Arial"/>
              <a:cs typeface="Arial"/>
              <a:sym typeface="Arial"/>
            </a:endParaRPr>
          </a:p>
        </p:txBody>
      </p:sp>
      <p:sp>
        <p:nvSpPr>
          <p:cNvPr id="431" name="Google Shape;431;g3006347a72a_0_292"/>
          <p:cNvSpPr txBox="1"/>
          <p:nvPr/>
        </p:nvSpPr>
        <p:spPr>
          <a:xfrm>
            <a:off x="950275" y="734250"/>
            <a:ext cx="8088600" cy="523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100"/>
              <a:buFont typeface="Arial"/>
              <a:buNone/>
            </a:pPr>
            <a:r>
              <a:rPr b="1" i="0" lang="fr" sz="2200" u="none" cap="none" strike="noStrike">
                <a:solidFill>
                  <a:srgbClr val="000000"/>
                </a:solidFill>
                <a:latin typeface="Roboto Slab"/>
                <a:ea typeface="Roboto Slab"/>
                <a:cs typeface="Roboto Slab"/>
                <a:sym typeface="Roboto Slab"/>
              </a:rPr>
              <a:t>Formation du corpus</a:t>
            </a:r>
            <a:endParaRPr b="1" i="0" sz="2200" u="none" cap="none" strike="noStrike">
              <a:solidFill>
                <a:srgbClr val="000000"/>
              </a:solidFill>
              <a:latin typeface="Roboto Slab"/>
              <a:ea typeface="Roboto Slab"/>
              <a:cs typeface="Roboto Slab"/>
              <a:sym typeface="Roboto Slab"/>
            </a:endParaRPr>
          </a:p>
        </p:txBody>
      </p:sp>
      <p:sp>
        <p:nvSpPr>
          <p:cNvPr id="432" name="Google Shape;432;g3006347a72a_0_292"/>
          <p:cNvSpPr txBox="1"/>
          <p:nvPr/>
        </p:nvSpPr>
        <p:spPr>
          <a:xfrm>
            <a:off x="773175" y="1324375"/>
            <a:ext cx="7699800" cy="34254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Roboto Slab"/>
              <a:ea typeface="Roboto Slab"/>
              <a:cs typeface="Roboto Slab"/>
              <a:sym typeface="Roboto Slab"/>
            </a:endParaRPr>
          </a:p>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chemeClr val="dk1"/>
              </a:solidFill>
              <a:latin typeface="Roboto Slab"/>
              <a:ea typeface="Roboto Slab"/>
              <a:cs typeface="Roboto Slab"/>
              <a:sym typeface="Roboto Slab"/>
            </a:endParaRPr>
          </a:p>
        </p:txBody>
      </p:sp>
      <p:pic>
        <p:nvPicPr>
          <p:cNvPr id="433" name="Google Shape;433;g3006347a72a_0_292"/>
          <p:cNvPicPr preferRelativeResize="0"/>
          <p:nvPr/>
        </p:nvPicPr>
        <p:blipFill rotWithShape="1">
          <a:blip r:embed="rId3">
            <a:alphaModFix/>
          </a:blip>
          <a:srcRect b="0" l="0" r="0" t="0"/>
          <a:stretch/>
        </p:blipFill>
        <p:spPr>
          <a:xfrm>
            <a:off x="4905025" y="946825"/>
            <a:ext cx="4133850" cy="2019300"/>
          </a:xfrm>
          <a:prstGeom prst="rect">
            <a:avLst/>
          </a:prstGeom>
          <a:noFill/>
          <a:ln>
            <a:noFill/>
          </a:ln>
        </p:spPr>
      </p:pic>
      <p:pic>
        <p:nvPicPr>
          <p:cNvPr id="434" name="Google Shape;434;g3006347a72a_0_292"/>
          <p:cNvPicPr preferRelativeResize="0"/>
          <p:nvPr/>
        </p:nvPicPr>
        <p:blipFill rotWithShape="1">
          <a:blip r:embed="rId4">
            <a:alphaModFix/>
          </a:blip>
          <a:srcRect b="0" l="0" r="0" t="0"/>
          <a:stretch/>
        </p:blipFill>
        <p:spPr>
          <a:xfrm>
            <a:off x="265150" y="2966125"/>
            <a:ext cx="5314950" cy="2019300"/>
          </a:xfrm>
          <a:prstGeom prst="rect">
            <a:avLst/>
          </a:prstGeom>
          <a:noFill/>
          <a:ln>
            <a:noFill/>
          </a:ln>
        </p:spPr>
      </p:pic>
    </p:spTree>
  </p:cSld>
  <p:clrMapOvr>
    <a:masterClrMapping/>
  </p:clrMapOvr>
  <p:transition spd="med">
    <p:fade thruBlk="1"/>
  </p:transition>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8" name="Shape 438"/>
        <p:cNvGrpSpPr/>
        <p:nvPr/>
      </p:nvGrpSpPr>
      <p:grpSpPr>
        <a:xfrm>
          <a:off x="0" y="0"/>
          <a:ext cx="0" cy="0"/>
          <a:chOff x="0" y="0"/>
          <a:chExt cx="0" cy="0"/>
        </a:xfrm>
      </p:grpSpPr>
      <p:sp>
        <p:nvSpPr>
          <p:cNvPr id="439" name="Google Shape;439;g3006347a72a_0_307"/>
          <p:cNvSpPr/>
          <p:nvPr/>
        </p:nvSpPr>
        <p:spPr>
          <a:xfrm>
            <a:off x="1286920" y="70943"/>
            <a:ext cx="5670300" cy="384000"/>
          </a:xfrm>
          <a:prstGeom prst="snip2DiagRect">
            <a:avLst>
              <a:gd fmla="val 0" name="adj1"/>
              <a:gd fmla="val 16667" name="adj2"/>
            </a:avLst>
          </a:prstGeom>
          <a:gradFill>
            <a:gsLst>
              <a:gs pos="0">
                <a:srgbClr val="0075E5"/>
              </a:gs>
              <a:gs pos="100000">
                <a:srgbClr val="04325F"/>
              </a:gs>
            </a:gsLst>
            <a:path path="circle">
              <a:fillToRect b="50%" l="50%" r="50%" t="50%"/>
            </a:path>
            <a:tileRect/>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440" name="Google Shape;440;g3006347a72a_0_307"/>
          <p:cNvSpPr txBox="1"/>
          <p:nvPr>
            <p:ph type="ctrTitle"/>
          </p:nvPr>
        </p:nvSpPr>
        <p:spPr>
          <a:xfrm>
            <a:off x="2195736" y="-92546"/>
            <a:ext cx="6246900" cy="8268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4400"/>
              <a:buNone/>
            </a:pPr>
            <a:r>
              <a:rPr b="1" lang="fr" sz="2000">
                <a:solidFill>
                  <a:schemeClr val="lt1"/>
                </a:solidFill>
              </a:rPr>
              <a:t>3.     MÉTHODOLOGIE</a:t>
            </a:r>
            <a:endParaRPr b="1" sz="2000">
              <a:solidFill>
                <a:schemeClr val="lt1"/>
              </a:solidFill>
            </a:endParaRPr>
          </a:p>
        </p:txBody>
      </p:sp>
      <p:sp>
        <p:nvSpPr>
          <p:cNvPr id="441" name="Google Shape;441;g3006347a72a_0_307"/>
          <p:cNvSpPr txBox="1"/>
          <p:nvPr/>
        </p:nvSpPr>
        <p:spPr>
          <a:xfrm>
            <a:off x="8404384" y="4749851"/>
            <a:ext cx="548700" cy="393600"/>
          </a:xfrm>
          <a:prstGeom prst="rect">
            <a:avLst/>
          </a:prstGeom>
          <a:noFill/>
          <a:ln>
            <a:noFill/>
          </a:ln>
        </p:spPr>
        <p:txBody>
          <a:bodyPr anchorCtr="0" anchor="t" bIns="91425" lIns="91425" spcFirstLastPara="1" rIns="91425" wrap="square" tIns="91425">
            <a:noAutofit/>
          </a:bodyPr>
          <a:lstStyle/>
          <a:p>
            <a:pPr indent="0" lvl="0" marL="0" marR="0" rtl="0" algn="r">
              <a:lnSpc>
                <a:spcPct val="100000"/>
              </a:lnSpc>
              <a:spcBef>
                <a:spcPts val="0"/>
              </a:spcBef>
              <a:spcAft>
                <a:spcPts val="0"/>
              </a:spcAft>
              <a:buClr>
                <a:srgbClr val="000000"/>
              </a:buClr>
              <a:buSzPts val="1300"/>
              <a:buFont typeface="Arial"/>
              <a:buNone/>
            </a:pPr>
            <a:r>
              <a:rPr b="1" i="0" lang="fr" sz="1300" u="none" cap="none" strike="noStrike">
                <a:solidFill>
                  <a:schemeClr val="accent1"/>
                </a:solidFill>
                <a:latin typeface="Arial"/>
                <a:ea typeface="Arial"/>
                <a:cs typeface="Arial"/>
                <a:sym typeface="Arial"/>
              </a:rPr>
              <a:t>22</a:t>
            </a:r>
            <a:endParaRPr b="0" i="0" sz="1400" u="none" cap="none" strike="noStrike">
              <a:solidFill>
                <a:srgbClr val="000000"/>
              </a:solidFill>
              <a:latin typeface="Arial"/>
              <a:ea typeface="Arial"/>
              <a:cs typeface="Arial"/>
              <a:sym typeface="Arial"/>
            </a:endParaRPr>
          </a:p>
        </p:txBody>
      </p:sp>
      <p:sp>
        <p:nvSpPr>
          <p:cNvPr id="442" name="Google Shape;442;g3006347a72a_0_307"/>
          <p:cNvSpPr txBox="1"/>
          <p:nvPr/>
        </p:nvSpPr>
        <p:spPr>
          <a:xfrm>
            <a:off x="950275" y="734250"/>
            <a:ext cx="8088600" cy="523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100"/>
              <a:buFont typeface="Arial"/>
              <a:buNone/>
            </a:pPr>
            <a:r>
              <a:rPr b="1" i="0" lang="fr" sz="2200" u="none" cap="none" strike="noStrike">
                <a:solidFill>
                  <a:srgbClr val="000000"/>
                </a:solidFill>
                <a:latin typeface="Roboto Slab"/>
                <a:ea typeface="Roboto Slab"/>
                <a:cs typeface="Roboto Slab"/>
                <a:sym typeface="Roboto Slab"/>
              </a:rPr>
              <a:t>Traduction du Corpus en Langue Yemba</a:t>
            </a:r>
            <a:endParaRPr b="1" i="0" sz="2200" u="none" cap="none" strike="noStrike">
              <a:solidFill>
                <a:srgbClr val="000000"/>
              </a:solidFill>
              <a:latin typeface="Roboto Slab"/>
              <a:ea typeface="Roboto Slab"/>
              <a:cs typeface="Roboto Slab"/>
              <a:sym typeface="Roboto Slab"/>
            </a:endParaRPr>
          </a:p>
        </p:txBody>
      </p:sp>
      <p:sp>
        <p:nvSpPr>
          <p:cNvPr id="443" name="Google Shape;443;g3006347a72a_0_307"/>
          <p:cNvSpPr txBox="1"/>
          <p:nvPr/>
        </p:nvSpPr>
        <p:spPr>
          <a:xfrm>
            <a:off x="773175" y="1324375"/>
            <a:ext cx="7699800" cy="34254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Roboto Slab"/>
              <a:ea typeface="Roboto Slab"/>
              <a:cs typeface="Roboto Slab"/>
              <a:sym typeface="Roboto Slab"/>
            </a:endParaRPr>
          </a:p>
          <a:p>
            <a:pPr indent="0" lvl="0" marL="0" marR="0" rtl="0" algn="l">
              <a:lnSpc>
                <a:spcPct val="100000"/>
              </a:lnSpc>
              <a:spcBef>
                <a:spcPts val="0"/>
              </a:spcBef>
              <a:spcAft>
                <a:spcPts val="0"/>
              </a:spcAft>
              <a:buClr>
                <a:srgbClr val="000000"/>
              </a:buClr>
              <a:buSzPts val="1900"/>
              <a:buFont typeface="Arial"/>
              <a:buNone/>
            </a:pPr>
            <a:r>
              <a:t/>
            </a:r>
            <a:endParaRPr b="0" i="0" sz="1900" u="none" cap="none" strike="noStrike">
              <a:solidFill>
                <a:schemeClr val="dk1"/>
              </a:solidFill>
              <a:latin typeface="Roboto Slab"/>
              <a:ea typeface="Roboto Slab"/>
              <a:cs typeface="Roboto Slab"/>
              <a:sym typeface="Roboto Slab"/>
            </a:endParaRPr>
          </a:p>
        </p:txBody>
      </p:sp>
      <p:pic>
        <p:nvPicPr>
          <p:cNvPr id="444" name="Google Shape;444;g3006347a72a_0_307"/>
          <p:cNvPicPr preferRelativeResize="0"/>
          <p:nvPr/>
        </p:nvPicPr>
        <p:blipFill rotWithShape="1">
          <a:blip r:embed="rId3">
            <a:alphaModFix/>
          </a:blip>
          <a:srcRect b="0" l="0" r="0" t="0"/>
          <a:stretch/>
        </p:blipFill>
        <p:spPr>
          <a:xfrm>
            <a:off x="1953450" y="1248175"/>
            <a:ext cx="4884025" cy="3788650"/>
          </a:xfrm>
          <a:prstGeom prst="rect">
            <a:avLst/>
          </a:prstGeom>
          <a:noFill/>
          <a:ln>
            <a:noFill/>
          </a:ln>
        </p:spPr>
      </p:pic>
    </p:spTree>
  </p:cSld>
  <p:clrMapOvr>
    <a:masterClrMapping/>
  </p:clrMapOvr>
  <p:transition spd="med">
    <p:fade thruBlk="1"/>
  </p:transition>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8" name="Shape 448"/>
        <p:cNvGrpSpPr/>
        <p:nvPr/>
      </p:nvGrpSpPr>
      <p:grpSpPr>
        <a:xfrm>
          <a:off x="0" y="0"/>
          <a:ext cx="0" cy="0"/>
          <a:chOff x="0" y="0"/>
          <a:chExt cx="0" cy="0"/>
        </a:xfrm>
      </p:grpSpPr>
      <p:sp>
        <p:nvSpPr>
          <p:cNvPr id="449" name="Google Shape;449;g3006347a72a_0_319"/>
          <p:cNvSpPr/>
          <p:nvPr/>
        </p:nvSpPr>
        <p:spPr>
          <a:xfrm>
            <a:off x="1286920" y="70943"/>
            <a:ext cx="5670300" cy="384000"/>
          </a:xfrm>
          <a:prstGeom prst="snip2DiagRect">
            <a:avLst>
              <a:gd fmla="val 0" name="adj1"/>
              <a:gd fmla="val 16667" name="adj2"/>
            </a:avLst>
          </a:prstGeom>
          <a:gradFill>
            <a:gsLst>
              <a:gs pos="0">
                <a:srgbClr val="0075E5"/>
              </a:gs>
              <a:gs pos="100000">
                <a:srgbClr val="04325F"/>
              </a:gs>
            </a:gsLst>
            <a:path path="circle">
              <a:fillToRect b="50%" l="50%" r="50%" t="50%"/>
            </a:path>
            <a:tileRect/>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450" name="Google Shape;450;g3006347a72a_0_319"/>
          <p:cNvSpPr txBox="1"/>
          <p:nvPr>
            <p:ph type="ctrTitle"/>
          </p:nvPr>
        </p:nvSpPr>
        <p:spPr>
          <a:xfrm>
            <a:off x="2195736" y="-92546"/>
            <a:ext cx="6246900" cy="8268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4400"/>
              <a:buNone/>
            </a:pPr>
            <a:r>
              <a:rPr b="1" lang="fr" sz="2000">
                <a:solidFill>
                  <a:schemeClr val="lt1"/>
                </a:solidFill>
              </a:rPr>
              <a:t>3.     MÉTHODOLOGIE</a:t>
            </a:r>
            <a:endParaRPr b="1" sz="2000">
              <a:solidFill>
                <a:schemeClr val="lt1"/>
              </a:solidFill>
            </a:endParaRPr>
          </a:p>
        </p:txBody>
      </p:sp>
      <p:sp>
        <p:nvSpPr>
          <p:cNvPr id="451" name="Google Shape;451;g3006347a72a_0_319"/>
          <p:cNvSpPr txBox="1"/>
          <p:nvPr/>
        </p:nvSpPr>
        <p:spPr>
          <a:xfrm>
            <a:off x="8404384" y="4749851"/>
            <a:ext cx="548700" cy="393600"/>
          </a:xfrm>
          <a:prstGeom prst="rect">
            <a:avLst/>
          </a:prstGeom>
          <a:noFill/>
          <a:ln>
            <a:noFill/>
          </a:ln>
        </p:spPr>
        <p:txBody>
          <a:bodyPr anchorCtr="0" anchor="t" bIns="91425" lIns="91425" spcFirstLastPara="1" rIns="91425" wrap="square" tIns="91425">
            <a:noAutofit/>
          </a:bodyPr>
          <a:lstStyle/>
          <a:p>
            <a:pPr indent="0" lvl="0" marL="0" marR="0" rtl="0" algn="r">
              <a:lnSpc>
                <a:spcPct val="100000"/>
              </a:lnSpc>
              <a:spcBef>
                <a:spcPts val="0"/>
              </a:spcBef>
              <a:spcAft>
                <a:spcPts val="0"/>
              </a:spcAft>
              <a:buClr>
                <a:srgbClr val="000000"/>
              </a:buClr>
              <a:buSzPts val="1300"/>
              <a:buFont typeface="Arial"/>
              <a:buNone/>
            </a:pPr>
            <a:r>
              <a:rPr b="1" i="0" lang="fr" sz="1300" u="none" cap="none" strike="noStrike">
                <a:solidFill>
                  <a:schemeClr val="accent1"/>
                </a:solidFill>
                <a:latin typeface="Arial"/>
                <a:ea typeface="Arial"/>
                <a:cs typeface="Arial"/>
                <a:sym typeface="Arial"/>
              </a:rPr>
              <a:t>22</a:t>
            </a:r>
            <a:endParaRPr b="0" i="0" sz="1400" u="none" cap="none" strike="noStrike">
              <a:solidFill>
                <a:srgbClr val="000000"/>
              </a:solidFill>
              <a:latin typeface="Arial"/>
              <a:ea typeface="Arial"/>
              <a:cs typeface="Arial"/>
              <a:sym typeface="Arial"/>
            </a:endParaRPr>
          </a:p>
        </p:txBody>
      </p:sp>
      <p:sp>
        <p:nvSpPr>
          <p:cNvPr id="452" name="Google Shape;452;g3006347a72a_0_319"/>
          <p:cNvSpPr txBox="1"/>
          <p:nvPr/>
        </p:nvSpPr>
        <p:spPr>
          <a:xfrm>
            <a:off x="950275" y="734250"/>
            <a:ext cx="8088600" cy="523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100"/>
              <a:buFont typeface="Arial"/>
              <a:buNone/>
            </a:pPr>
            <a:r>
              <a:rPr b="1" i="0" lang="fr" sz="2200" u="none" cap="none" strike="noStrike">
                <a:solidFill>
                  <a:srgbClr val="000000"/>
                </a:solidFill>
                <a:latin typeface="Roboto Slab"/>
                <a:ea typeface="Roboto Slab"/>
                <a:cs typeface="Roboto Slab"/>
                <a:sym typeface="Roboto Slab"/>
              </a:rPr>
              <a:t>Mise sur pied du protocole de collecte</a:t>
            </a:r>
            <a:endParaRPr b="1" i="0" sz="2200" u="none" cap="none" strike="noStrike">
              <a:solidFill>
                <a:srgbClr val="000000"/>
              </a:solidFill>
              <a:latin typeface="Roboto Slab"/>
              <a:ea typeface="Roboto Slab"/>
              <a:cs typeface="Roboto Slab"/>
              <a:sym typeface="Roboto Slab"/>
            </a:endParaRPr>
          </a:p>
        </p:txBody>
      </p:sp>
      <p:sp>
        <p:nvSpPr>
          <p:cNvPr id="453" name="Google Shape;453;g3006347a72a_0_319"/>
          <p:cNvSpPr/>
          <p:nvPr/>
        </p:nvSpPr>
        <p:spPr>
          <a:xfrm>
            <a:off x="526825" y="1635950"/>
            <a:ext cx="1594500" cy="3114000"/>
          </a:xfrm>
          <a:prstGeom prst="rect">
            <a:avLst/>
          </a:prstGeom>
          <a:solidFill>
            <a:schemeClr val="lt1"/>
          </a:solidFill>
          <a:ln cap="flat" cmpd="sng" w="28575">
            <a:solidFill>
              <a:srgbClr val="1A98D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600"/>
              <a:buFont typeface="Arial"/>
              <a:buNone/>
            </a:pPr>
            <a:r>
              <a:rPr b="1" i="0" lang="fr" sz="1600" u="none" cap="none" strike="noStrike">
                <a:solidFill>
                  <a:srgbClr val="000000"/>
                </a:solidFill>
                <a:latin typeface="Roboto Slab"/>
                <a:ea typeface="Roboto Slab"/>
                <a:cs typeface="Roboto Slab"/>
                <a:sym typeface="Roboto Slab"/>
              </a:rPr>
              <a:t>Définition l’objectif de la collecte</a:t>
            </a:r>
            <a:endParaRPr b="1" i="0" sz="1600" u="none" cap="none" strike="noStrike">
              <a:solidFill>
                <a:srgbClr val="000000"/>
              </a:solidFill>
              <a:latin typeface="Roboto Slab"/>
              <a:ea typeface="Roboto Slab"/>
              <a:cs typeface="Roboto Slab"/>
              <a:sym typeface="Roboto Slab"/>
            </a:endParaRPr>
          </a:p>
        </p:txBody>
      </p:sp>
      <p:sp>
        <p:nvSpPr>
          <p:cNvPr id="454" name="Google Shape;454;g3006347a72a_0_319"/>
          <p:cNvSpPr/>
          <p:nvPr/>
        </p:nvSpPr>
        <p:spPr>
          <a:xfrm>
            <a:off x="2585475" y="1635950"/>
            <a:ext cx="1594500" cy="3114000"/>
          </a:xfrm>
          <a:prstGeom prst="rect">
            <a:avLst/>
          </a:prstGeom>
          <a:solidFill>
            <a:schemeClr val="lt1"/>
          </a:solidFill>
          <a:ln cap="flat" cmpd="sng" w="28575">
            <a:solidFill>
              <a:srgbClr val="1A98D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600"/>
              <a:buFont typeface="Arial"/>
              <a:buNone/>
            </a:pPr>
            <a:r>
              <a:rPr b="1" i="0" lang="fr" sz="1600" u="none" cap="none" strike="noStrike">
                <a:solidFill>
                  <a:srgbClr val="000000"/>
                </a:solidFill>
                <a:latin typeface="Roboto Slab"/>
                <a:ea typeface="Roboto Slab"/>
                <a:cs typeface="Roboto Slab"/>
                <a:sym typeface="Roboto Slab"/>
              </a:rPr>
              <a:t>Identification des écoles pour la collecte</a:t>
            </a:r>
            <a:endParaRPr b="1" i="0" sz="2100" u="none" cap="none" strike="noStrike">
              <a:solidFill>
                <a:srgbClr val="000000"/>
              </a:solidFill>
              <a:latin typeface="Roboto Slab"/>
              <a:ea typeface="Roboto Slab"/>
              <a:cs typeface="Roboto Slab"/>
              <a:sym typeface="Roboto Slab"/>
            </a:endParaRPr>
          </a:p>
        </p:txBody>
      </p:sp>
      <p:sp>
        <p:nvSpPr>
          <p:cNvPr id="455" name="Google Shape;455;g3006347a72a_0_319"/>
          <p:cNvSpPr/>
          <p:nvPr/>
        </p:nvSpPr>
        <p:spPr>
          <a:xfrm>
            <a:off x="4651275" y="1635950"/>
            <a:ext cx="1594500" cy="3114000"/>
          </a:xfrm>
          <a:prstGeom prst="rect">
            <a:avLst/>
          </a:prstGeom>
          <a:solidFill>
            <a:schemeClr val="lt1"/>
          </a:solidFill>
          <a:ln cap="flat" cmpd="sng" w="28575">
            <a:solidFill>
              <a:srgbClr val="1A98D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600"/>
              <a:buFont typeface="Arial"/>
              <a:buNone/>
            </a:pPr>
            <a:r>
              <a:rPr b="1" i="0" lang="fr" sz="1600" u="none" cap="none" strike="noStrike">
                <a:solidFill>
                  <a:srgbClr val="000000"/>
                </a:solidFill>
                <a:latin typeface="Roboto Slab"/>
                <a:ea typeface="Roboto Slab"/>
                <a:cs typeface="Roboto Slab"/>
                <a:sym typeface="Roboto Slab"/>
              </a:rPr>
              <a:t>Planification la collecte</a:t>
            </a:r>
            <a:endParaRPr b="1" i="0" sz="2100" u="none" cap="none" strike="noStrike">
              <a:solidFill>
                <a:srgbClr val="000000"/>
              </a:solidFill>
              <a:latin typeface="Roboto Slab"/>
              <a:ea typeface="Roboto Slab"/>
              <a:cs typeface="Roboto Slab"/>
              <a:sym typeface="Roboto Slab"/>
            </a:endParaRPr>
          </a:p>
        </p:txBody>
      </p:sp>
      <p:sp>
        <p:nvSpPr>
          <p:cNvPr id="456" name="Google Shape;456;g3006347a72a_0_319"/>
          <p:cNvSpPr/>
          <p:nvPr/>
        </p:nvSpPr>
        <p:spPr>
          <a:xfrm>
            <a:off x="6793275" y="1635950"/>
            <a:ext cx="1594500" cy="3114000"/>
          </a:xfrm>
          <a:prstGeom prst="rect">
            <a:avLst/>
          </a:prstGeom>
          <a:solidFill>
            <a:schemeClr val="lt1"/>
          </a:solidFill>
          <a:ln cap="flat" cmpd="sng" w="28575">
            <a:solidFill>
              <a:srgbClr val="1A98DD"/>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600"/>
              <a:buFont typeface="Arial"/>
              <a:buNone/>
            </a:pPr>
            <a:r>
              <a:rPr b="1" i="0" lang="fr" sz="1600" u="none" cap="none" strike="noStrike">
                <a:solidFill>
                  <a:srgbClr val="000000"/>
                </a:solidFill>
                <a:latin typeface="Roboto Slab"/>
                <a:ea typeface="Roboto Slab"/>
                <a:cs typeface="Roboto Slab"/>
                <a:sym typeface="Roboto Slab"/>
              </a:rPr>
              <a:t>Conception d’une fiche de collecte</a:t>
            </a:r>
            <a:endParaRPr b="1" i="0" sz="2100" u="none" cap="none" strike="noStrike">
              <a:solidFill>
                <a:srgbClr val="000000"/>
              </a:solidFill>
              <a:latin typeface="Roboto Slab"/>
              <a:ea typeface="Roboto Slab"/>
              <a:cs typeface="Roboto Slab"/>
              <a:sym typeface="Roboto Slab"/>
            </a:endParaRPr>
          </a:p>
        </p:txBody>
      </p:sp>
    </p:spTree>
  </p:cSld>
  <p:clrMapOvr>
    <a:masterClrMapping/>
  </p:clrMapOvr>
  <p:transition spd="med">
    <p:fade thruBlk="1"/>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453"/>
                                        </p:tgtEl>
                                        <p:attrNameLst>
                                          <p:attrName>style.visibility</p:attrName>
                                        </p:attrNameLst>
                                      </p:cBhvr>
                                      <p:to>
                                        <p:strVal val="visible"/>
                                      </p:to>
                                    </p:set>
                                    <p:anim calcmode="lin" valueType="num">
                                      <p:cBhvr additive="base">
                                        <p:cTn dur="1000"/>
                                        <p:tgtEl>
                                          <p:spTgt spid="453"/>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454"/>
                                        </p:tgtEl>
                                        <p:attrNameLst>
                                          <p:attrName>style.visibility</p:attrName>
                                        </p:attrNameLst>
                                      </p:cBhvr>
                                      <p:to>
                                        <p:strVal val="visible"/>
                                      </p:to>
                                    </p:set>
                                    <p:anim calcmode="lin" valueType="num">
                                      <p:cBhvr additive="base">
                                        <p:cTn dur="1000"/>
                                        <p:tgtEl>
                                          <p:spTgt spid="454"/>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455"/>
                                        </p:tgtEl>
                                        <p:attrNameLst>
                                          <p:attrName>style.visibility</p:attrName>
                                        </p:attrNameLst>
                                      </p:cBhvr>
                                      <p:to>
                                        <p:strVal val="visible"/>
                                      </p:to>
                                    </p:set>
                                    <p:anim calcmode="lin" valueType="num">
                                      <p:cBhvr additive="base">
                                        <p:cTn dur="1000"/>
                                        <p:tgtEl>
                                          <p:spTgt spid="455"/>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456"/>
                                        </p:tgtEl>
                                        <p:attrNameLst>
                                          <p:attrName>style.visibility</p:attrName>
                                        </p:attrNameLst>
                                      </p:cBhvr>
                                      <p:to>
                                        <p:strVal val="visible"/>
                                      </p:to>
                                    </p:set>
                                    <p:anim calcmode="lin" valueType="num">
                                      <p:cBhvr additive="base">
                                        <p:cTn dur="1000"/>
                                        <p:tgtEl>
                                          <p:spTgt spid="456"/>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0" name="Shape 460"/>
        <p:cNvGrpSpPr/>
        <p:nvPr/>
      </p:nvGrpSpPr>
      <p:grpSpPr>
        <a:xfrm>
          <a:off x="0" y="0"/>
          <a:ext cx="0" cy="0"/>
          <a:chOff x="0" y="0"/>
          <a:chExt cx="0" cy="0"/>
        </a:xfrm>
      </p:grpSpPr>
      <p:sp>
        <p:nvSpPr>
          <p:cNvPr id="461" name="Google Shape;461;g3006347a72a_0_344"/>
          <p:cNvSpPr/>
          <p:nvPr/>
        </p:nvSpPr>
        <p:spPr>
          <a:xfrm>
            <a:off x="1286920" y="70943"/>
            <a:ext cx="5670300" cy="384000"/>
          </a:xfrm>
          <a:prstGeom prst="snip2DiagRect">
            <a:avLst>
              <a:gd fmla="val 0" name="adj1"/>
              <a:gd fmla="val 16667" name="adj2"/>
            </a:avLst>
          </a:prstGeom>
          <a:gradFill>
            <a:gsLst>
              <a:gs pos="0">
                <a:srgbClr val="0075E5"/>
              </a:gs>
              <a:gs pos="100000">
                <a:srgbClr val="04325F"/>
              </a:gs>
            </a:gsLst>
            <a:path path="circle">
              <a:fillToRect b="50%" l="50%" r="50%" t="50%"/>
            </a:path>
            <a:tileRect/>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462" name="Google Shape;462;g3006347a72a_0_344"/>
          <p:cNvSpPr txBox="1"/>
          <p:nvPr>
            <p:ph type="ctrTitle"/>
          </p:nvPr>
        </p:nvSpPr>
        <p:spPr>
          <a:xfrm>
            <a:off x="2195736" y="-92546"/>
            <a:ext cx="6246900" cy="8268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4400"/>
              <a:buNone/>
            </a:pPr>
            <a:r>
              <a:rPr b="1" lang="fr" sz="2000">
                <a:solidFill>
                  <a:schemeClr val="lt1"/>
                </a:solidFill>
              </a:rPr>
              <a:t>3.     MÉTHODOLOGIE</a:t>
            </a:r>
            <a:endParaRPr b="1" sz="2000">
              <a:solidFill>
                <a:schemeClr val="lt1"/>
              </a:solidFill>
            </a:endParaRPr>
          </a:p>
        </p:txBody>
      </p:sp>
      <p:sp>
        <p:nvSpPr>
          <p:cNvPr id="463" name="Google Shape;463;g3006347a72a_0_344"/>
          <p:cNvSpPr txBox="1"/>
          <p:nvPr/>
        </p:nvSpPr>
        <p:spPr>
          <a:xfrm>
            <a:off x="8404384" y="4749851"/>
            <a:ext cx="548700" cy="393600"/>
          </a:xfrm>
          <a:prstGeom prst="rect">
            <a:avLst/>
          </a:prstGeom>
          <a:noFill/>
          <a:ln>
            <a:noFill/>
          </a:ln>
        </p:spPr>
        <p:txBody>
          <a:bodyPr anchorCtr="0" anchor="t" bIns="91425" lIns="91425" spcFirstLastPara="1" rIns="91425" wrap="square" tIns="91425">
            <a:noAutofit/>
          </a:bodyPr>
          <a:lstStyle/>
          <a:p>
            <a:pPr indent="0" lvl="0" marL="0" marR="0" rtl="0" algn="r">
              <a:lnSpc>
                <a:spcPct val="100000"/>
              </a:lnSpc>
              <a:spcBef>
                <a:spcPts val="0"/>
              </a:spcBef>
              <a:spcAft>
                <a:spcPts val="0"/>
              </a:spcAft>
              <a:buClr>
                <a:srgbClr val="000000"/>
              </a:buClr>
              <a:buSzPts val="1300"/>
              <a:buFont typeface="Arial"/>
              <a:buNone/>
            </a:pPr>
            <a:r>
              <a:rPr b="1" i="0" lang="fr" sz="1300" u="none" cap="none" strike="noStrike">
                <a:solidFill>
                  <a:schemeClr val="accent1"/>
                </a:solidFill>
                <a:latin typeface="Arial"/>
                <a:ea typeface="Arial"/>
                <a:cs typeface="Arial"/>
                <a:sym typeface="Arial"/>
              </a:rPr>
              <a:t>22</a:t>
            </a:r>
            <a:endParaRPr b="0" i="0" sz="1400" u="none" cap="none" strike="noStrike">
              <a:solidFill>
                <a:srgbClr val="000000"/>
              </a:solidFill>
              <a:latin typeface="Arial"/>
              <a:ea typeface="Arial"/>
              <a:cs typeface="Arial"/>
              <a:sym typeface="Arial"/>
            </a:endParaRPr>
          </a:p>
        </p:txBody>
      </p:sp>
      <p:sp>
        <p:nvSpPr>
          <p:cNvPr id="464" name="Google Shape;464;g3006347a72a_0_344"/>
          <p:cNvSpPr txBox="1"/>
          <p:nvPr/>
        </p:nvSpPr>
        <p:spPr>
          <a:xfrm>
            <a:off x="950275" y="734250"/>
            <a:ext cx="8088600" cy="523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100"/>
              <a:buFont typeface="Arial"/>
              <a:buNone/>
            </a:pPr>
            <a:r>
              <a:rPr b="1" i="0" lang="fr" sz="2200" u="none" cap="none" strike="noStrike">
                <a:solidFill>
                  <a:srgbClr val="000000"/>
                </a:solidFill>
                <a:latin typeface="Roboto Slab"/>
                <a:ea typeface="Roboto Slab"/>
                <a:cs typeface="Roboto Slab"/>
                <a:sym typeface="Roboto Slab"/>
              </a:rPr>
              <a:t>Choix des Locuteurs</a:t>
            </a:r>
            <a:endParaRPr b="1" i="0" sz="2200" u="none" cap="none" strike="noStrike">
              <a:solidFill>
                <a:srgbClr val="000000"/>
              </a:solidFill>
              <a:latin typeface="Roboto Slab"/>
              <a:ea typeface="Roboto Slab"/>
              <a:cs typeface="Roboto Slab"/>
              <a:sym typeface="Roboto Slab"/>
            </a:endParaRPr>
          </a:p>
        </p:txBody>
      </p:sp>
      <p:sp>
        <p:nvSpPr>
          <p:cNvPr id="465" name="Google Shape;465;g3006347a72a_0_344"/>
          <p:cNvSpPr txBox="1"/>
          <p:nvPr/>
        </p:nvSpPr>
        <p:spPr>
          <a:xfrm>
            <a:off x="773175" y="1324375"/>
            <a:ext cx="7699800" cy="34254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600"/>
              <a:buFont typeface="Arial"/>
              <a:buNone/>
            </a:pPr>
            <a:r>
              <a:rPr b="0" i="0" lang="fr" sz="1600" u="none" cap="none" strike="noStrike">
                <a:solidFill>
                  <a:srgbClr val="000000"/>
                </a:solidFill>
                <a:latin typeface="Roboto Slab"/>
                <a:ea typeface="Roboto Slab"/>
                <a:cs typeface="Roboto Slab"/>
                <a:sym typeface="Roboto Slab"/>
              </a:rPr>
              <a:t>Les locuteurs choisis sont du niveau 3 (CM1-CM2) et ont été sélectionnés sur la base des 03 critères suivants: </a:t>
            </a:r>
            <a:endParaRPr b="0" i="0" sz="1600" u="none" cap="none" strike="noStrike">
              <a:solidFill>
                <a:srgbClr val="000000"/>
              </a:solidFill>
              <a:latin typeface="Roboto Slab"/>
              <a:ea typeface="Roboto Slab"/>
              <a:cs typeface="Roboto Slab"/>
              <a:sym typeface="Roboto Slab"/>
            </a:endParaRPr>
          </a:p>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Roboto Slab"/>
              <a:ea typeface="Roboto Slab"/>
              <a:cs typeface="Roboto Slab"/>
              <a:sym typeface="Roboto Slab"/>
            </a:endParaRPr>
          </a:p>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Roboto Slab"/>
              <a:ea typeface="Roboto Slab"/>
              <a:cs typeface="Roboto Slab"/>
              <a:sym typeface="Roboto Slab"/>
            </a:endParaRPr>
          </a:p>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Roboto Slab"/>
              <a:ea typeface="Roboto Slab"/>
              <a:cs typeface="Roboto Slab"/>
              <a:sym typeface="Roboto Slab"/>
            </a:endParaRPr>
          </a:p>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Roboto Slab"/>
              <a:ea typeface="Roboto Slab"/>
              <a:cs typeface="Roboto Slab"/>
              <a:sym typeface="Roboto Slab"/>
            </a:endParaRPr>
          </a:p>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Roboto Slab"/>
              <a:ea typeface="Roboto Slab"/>
              <a:cs typeface="Roboto Slab"/>
              <a:sym typeface="Roboto Slab"/>
            </a:endParaRPr>
          </a:p>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Roboto Slab"/>
              <a:ea typeface="Roboto Slab"/>
              <a:cs typeface="Roboto Slab"/>
              <a:sym typeface="Roboto Slab"/>
            </a:endParaRPr>
          </a:p>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Roboto Slab"/>
              <a:ea typeface="Roboto Slab"/>
              <a:cs typeface="Roboto Slab"/>
              <a:sym typeface="Roboto Slab"/>
            </a:endParaRPr>
          </a:p>
          <a:p>
            <a:pPr indent="0" lvl="0" marL="0" marR="0" rtl="0" algn="l">
              <a:lnSpc>
                <a:spcPct val="100000"/>
              </a:lnSpc>
              <a:spcBef>
                <a:spcPts val="0"/>
              </a:spcBef>
              <a:spcAft>
                <a:spcPts val="0"/>
              </a:spcAft>
              <a:buClr>
                <a:srgbClr val="000000"/>
              </a:buClr>
              <a:buSzPts val="1600"/>
              <a:buFont typeface="Arial"/>
              <a:buNone/>
            </a:pPr>
            <a:r>
              <a:rPr b="0" i="0" lang="fr" sz="1600" u="none" cap="none" strike="noStrike">
                <a:solidFill>
                  <a:srgbClr val="000000"/>
                </a:solidFill>
                <a:latin typeface="Roboto Slab"/>
                <a:ea typeface="Roboto Slab"/>
                <a:cs typeface="Roboto Slab"/>
                <a:sym typeface="Roboto Slab"/>
              </a:rPr>
              <a:t>Nous avons recensé 80 élèves, répartis de manière équilibrée entre les classes, avec 20 élèves par classe, soit 10 filles et 10 garçons.</a:t>
            </a:r>
            <a:endParaRPr b="0" i="0" sz="1600" u="none" cap="none" strike="noStrike">
              <a:solidFill>
                <a:srgbClr val="000000"/>
              </a:solidFill>
              <a:latin typeface="Roboto Slab"/>
              <a:ea typeface="Roboto Slab"/>
              <a:cs typeface="Roboto Slab"/>
              <a:sym typeface="Roboto Slab"/>
            </a:endParaRPr>
          </a:p>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Roboto Slab"/>
              <a:ea typeface="Roboto Slab"/>
              <a:cs typeface="Roboto Slab"/>
              <a:sym typeface="Roboto Slab"/>
            </a:endParaRPr>
          </a:p>
        </p:txBody>
      </p:sp>
      <p:pic>
        <p:nvPicPr>
          <p:cNvPr id="466" name="Google Shape;466;g3006347a72a_0_344"/>
          <p:cNvPicPr preferRelativeResize="0"/>
          <p:nvPr/>
        </p:nvPicPr>
        <p:blipFill rotWithShape="1">
          <a:blip r:embed="rId3">
            <a:alphaModFix/>
          </a:blip>
          <a:srcRect b="0" l="0" r="0" t="0"/>
          <a:stretch/>
        </p:blipFill>
        <p:spPr>
          <a:xfrm>
            <a:off x="2075600" y="2213675"/>
            <a:ext cx="4881625" cy="1251700"/>
          </a:xfrm>
          <a:prstGeom prst="rect">
            <a:avLst/>
          </a:prstGeom>
          <a:noFill/>
          <a:ln>
            <a:noFill/>
          </a:ln>
        </p:spPr>
      </p:pic>
    </p:spTree>
  </p:cSld>
  <p:clrMapOvr>
    <a:masterClrMapping/>
  </p:clrMapOvr>
  <p:transition spd="med">
    <p:fade thruBlk="1"/>
  </p:transition>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0" name="Shape 470"/>
        <p:cNvGrpSpPr/>
        <p:nvPr/>
      </p:nvGrpSpPr>
      <p:grpSpPr>
        <a:xfrm>
          <a:off x="0" y="0"/>
          <a:ext cx="0" cy="0"/>
          <a:chOff x="0" y="0"/>
          <a:chExt cx="0" cy="0"/>
        </a:xfrm>
      </p:grpSpPr>
      <p:sp>
        <p:nvSpPr>
          <p:cNvPr id="471" name="Google Shape;471;g3006347a72a_0_359"/>
          <p:cNvSpPr/>
          <p:nvPr/>
        </p:nvSpPr>
        <p:spPr>
          <a:xfrm>
            <a:off x="1286920" y="70943"/>
            <a:ext cx="5670300" cy="384000"/>
          </a:xfrm>
          <a:prstGeom prst="snip2DiagRect">
            <a:avLst>
              <a:gd fmla="val 0" name="adj1"/>
              <a:gd fmla="val 16667" name="adj2"/>
            </a:avLst>
          </a:prstGeom>
          <a:gradFill>
            <a:gsLst>
              <a:gs pos="0">
                <a:srgbClr val="0075E5"/>
              </a:gs>
              <a:gs pos="100000">
                <a:srgbClr val="04325F"/>
              </a:gs>
            </a:gsLst>
            <a:path path="circle">
              <a:fillToRect b="50%" l="50%" r="50%" t="50%"/>
            </a:path>
            <a:tileRect/>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472" name="Google Shape;472;g3006347a72a_0_359"/>
          <p:cNvSpPr txBox="1"/>
          <p:nvPr>
            <p:ph type="ctrTitle"/>
          </p:nvPr>
        </p:nvSpPr>
        <p:spPr>
          <a:xfrm>
            <a:off x="2195736" y="-92546"/>
            <a:ext cx="6246900" cy="8268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4400"/>
              <a:buNone/>
            </a:pPr>
            <a:r>
              <a:rPr b="1" lang="fr" sz="2000">
                <a:solidFill>
                  <a:schemeClr val="lt1"/>
                </a:solidFill>
              </a:rPr>
              <a:t>3.     MÉTHODOLOGIE</a:t>
            </a:r>
            <a:endParaRPr b="1" sz="2000">
              <a:solidFill>
                <a:schemeClr val="lt1"/>
              </a:solidFill>
            </a:endParaRPr>
          </a:p>
        </p:txBody>
      </p:sp>
      <p:sp>
        <p:nvSpPr>
          <p:cNvPr id="473" name="Google Shape;473;g3006347a72a_0_359"/>
          <p:cNvSpPr txBox="1"/>
          <p:nvPr/>
        </p:nvSpPr>
        <p:spPr>
          <a:xfrm>
            <a:off x="8404384" y="4749851"/>
            <a:ext cx="548700" cy="393600"/>
          </a:xfrm>
          <a:prstGeom prst="rect">
            <a:avLst/>
          </a:prstGeom>
          <a:noFill/>
          <a:ln>
            <a:noFill/>
          </a:ln>
        </p:spPr>
        <p:txBody>
          <a:bodyPr anchorCtr="0" anchor="t" bIns="91425" lIns="91425" spcFirstLastPara="1" rIns="91425" wrap="square" tIns="91425">
            <a:noAutofit/>
          </a:bodyPr>
          <a:lstStyle/>
          <a:p>
            <a:pPr indent="0" lvl="0" marL="0" marR="0" rtl="0" algn="r">
              <a:lnSpc>
                <a:spcPct val="100000"/>
              </a:lnSpc>
              <a:spcBef>
                <a:spcPts val="0"/>
              </a:spcBef>
              <a:spcAft>
                <a:spcPts val="0"/>
              </a:spcAft>
              <a:buClr>
                <a:srgbClr val="000000"/>
              </a:buClr>
              <a:buSzPts val="1300"/>
              <a:buFont typeface="Arial"/>
              <a:buNone/>
            </a:pPr>
            <a:r>
              <a:rPr b="1" i="0" lang="fr" sz="1300" u="none" cap="none" strike="noStrike">
                <a:solidFill>
                  <a:schemeClr val="accent1"/>
                </a:solidFill>
                <a:latin typeface="Arial"/>
                <a:ea typeface="Arial"/>
                <a:cs typeface="Arial"/>
                <a:sym typeface="Arial"/>
              </a:rPr>
              <a:t>22</a:t>
            </a:r>
            <a:endParaRPr b="0" i="0" sz="1400" u="none" cap="none" strike="noStrike">
              <a:solidFill>
                <a:srgbClr val="000000"/>
              </a:solidFill>
              <a:latin typeface="Arial"/>
              <a:ea typeface="Arial"/>
              <a:cs typeface="Arial"/>
              <a:sym typeface="Arial"/>
            </a:endParaRPr>
          </a:p>
        </p:txBody>
      </p:sp>
      <p:sp>
        <p:nvSpPr>
          <p:cNvPr id="474" name="Google Shape;474;g3006347a72a_0_359"/>
          <p:cNvSpPr txBox="1"/>
          <p:nvPr/>
        </p:nvSpPr>
        <p:spPr>
          <a:xfrm>
            <a:off x="950275" y="734250"/>
            <a:ext cx="8088600" cy="523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100"/>
              <a:buFont typeface="Arial"/>
              <a:buNone/>
            </a:pPr>
            <a:r>
              <a:rPr b="1" i="0" lang="fr" sz="2200" u="none" cap="none" strike="noStrike">
                <a:solidFill>
                  <a:srgbClr val="000000"/>
                </a:solidFill>
                <a:latin typeface="Roboto Slab"/>
                <a:ea typeface="Roboto Slab"/>
                <a:cs typeface="Roboto Slab"/>
                <a:sym typeface="Roboto Slab"/>
              </a:rPr>
              <a:t>Collecte sur le terrain</a:t>
            </a:r>
            <a:endParaRPr b="1" i="0" sz="2200" u="none" cap="none" strike="noStrike">
              <a:solidFill>
                <a:srgbClr val="000000"/>
              </a:solidFill>
              <a:latin typeface="Roboto Slab"/>
              <a:ea typeface="Roboto Slab"/>
              <a:cs typeface="Roboto Slab"/>
              <a:sym typeface="Roboto Slab"/>
            </a:endParaRPr>
          </a:p>
        </p:txBody>
      </p:sp>
      <p:sp>
        <p:nvSpPr>
          <p:cNvPr id="475" name="Google Shape;475;g3006347a72a_0_359"/>
          <p:cNvSpPr txBox="1"/>
          <p:nvPr/>
        </p:nvSpPr>
        <p:spPr>
          <a:xfrm>
            <a:off x="773175" y="1324375"/>
            <a:ext cx="7699800" cy="34254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Roboto Slab"/>
              <a:ea typeface="Roboto Slab"/>
              <a:cs typeface="Roboto Slab"/>
              <a:sym typeface="Roboto Slab"/>
            </a:endParaRPr>
          </a:p>
        </p:txBody>
      </p:sp>
      <p:pic>
        <p:nvPicPr>
          <p:cNvPr id="476" name="Google Shape;476;g3006347a72a_0_359"/>
          <p:cNvPicPr preferRelativeResize="0"/>
          <p:nvPr/>
        </p:nvPicPr>
        <p:blipFill rotWithShape="1">
          <a:blip r:embed="rId3">
            <a:alphaModFix/>
          </a:blip>
          <a:srcRect b="0" l="0" r="0" t="0"/>
          <a:stretch/>
        </p:blipFill>
        <p:spPr>
          <a:xfrm>
            <a:off x="3868552" y="1197052"/>
            <a:ext cx="5156070" cy="1625400"/>
          </a:xfrm>
          <a:prstGeom prst="rect">
            <a:avLst/>
          </a:prstGeom>
          <a:noFill/>
          <a:ln>
            <a:noFill/>
          </a:ln>
        </p:spPr>
      </p:pic>
      <p:pic>
        <p:nvPicPr>
          <p:cNvPr id="477" name="Google Shape;477;g3006347a72a_0_359"/>
          <p:cNvPicPr preferRelativeResize="0"/>
          <p:nvPr/>
        </p:nvPicPr>
        <p:blipFill rotWithShape="1">
          <a:blip r:embed="rId4">
            <a:alphaModFix/>
          </a:blip>
          <a:srcRect b="0" l="0" r="0" t="0"/>
          <a:stretch/>
        </p:blipFill>
        <p:spPr>
          <a:xfrm>
            <a:off x="369427" y="3219252"/>
            <a:ext cx="5156075" cy="1625400"/>
          </a:xfrm>
          <a:prstGeom prst="rect">
            <a:avLst/>
          </a:prstGeom>
          <a:noFill/>
          <a:ln>
            <a:noFill/>
          </a:ln>
        </p:spPr>
      </p:pic>
      <p:pic>
        <p:nvPicPr>
          <p:cNvPr id="478" name="Google Shape;478;g3006347a72a_0_359"/>
          <p:cNvPicPr preferRelativeResize="0"/>
          <p:nvPr/>
        </p:nvPicPr>
        <p:blipFill rotWithShape="1">
          <a:blip r:embed="rId5">
            <a:alphaModFix/>
          </a:blip>
          <a:srcRect b="0" l="0" r="0" t="0"/>
          <a:stretch/>
        </p:blipFill>
        <p:spPr>
          <a:xfrm>
            <a:off x="858200" y="1272200"/>
            <a:ext cx="2576400" cy="1932300"/>
          </a:xfrm>
          <a:prstGeom prst="rect">
            <a:avLst/>
          </a:prstGeom>
          <a:noFill/>
          <a:ln>
            <a:noFill/>
          </a:ln>
        </p:spPr>
      </p:pic>
      <p:pic>
        <p:nvPicPr>
          <p:cNvPr id="479" name="Google Shape;479;g3006347a72a_0_359"/>
          <p:cNvPicPr preferRelativeResize="0"/>
          <p:nvPr/>
        </p:nvPicPr>
        <p:blipFill rotWithShape="1">
          <a:blip r:embed="rId6">
            <a:alphaModFix/>
          </a:blip>
          <a:srcRect b="0" l="0" r="0" t="0"/>
          <a:stretch/>
        </p:blipFill>
        <p:spPr>
          <a:xfrm>
            <a:off x="5754075" y="2822450"/>
            <a:ext cx="2997974" cy="2248476"/>
          </a:xfrm>
          <a:prstGeom prst="rect">
            <a:avLst/>
          </a:prstGeom>
          <a:noFill/>
          <a:ln>
            <a:noFill/>
          </a:ln>
        </p:spPr>
      </p:pic>
    </p:spTree>
  </p:cSld>
  <p:clrMapOvr>
    <a:masterClrMapping/>
  </p:clrMapOvr>
  <p:transition spd="med">
    <p:fade thruBlk="1"/>
  </p:transition>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3" name="Shape 483"/>
        <p:cNvGrpSpPr/>
        <p:nvPr/>
      </p:nvGrpSpPr>
      <p:grpSpPr>
        <a:xfrm>
          <a:off x="0" y="0"/>
          <a:ext cx="0" cy="0"/>
          <a:chOff x="0" y="0"/>
          <a:chExt cx="0" cy="0"/>
        </a:xfrm>
      </p:grpSpPr>
      <p:sp>
        <p:nvSpPr>
          <p:cNvPr id="484" name="Google Shape;484;g3006347a72a_0_371"/>
          <p:cNvSpPr/>
          <p:nvPr/>
        </p:nvSpPr>
        <p:spPr>
          <a:xfrm>
            <a:off x="1286920" y="70943"/>
            <a:ext cx="5670300" cy="384000"/>
          </a:xfrm>
          <a:prstGeom prst="snip2DiagRect">
            <a:avLst>
              <a:gd fmla="val 0" name="adj1"/>
              <a:gd fmla="val 16667" name="adj2"/>
            </a:avLst>
          </a:prstGeom>
          <a:gradFill>
            <a:gsLst>
              <a:gs pos="0">
                <a:srgbClr val="0075E5"/>
              </a:gs>
              <a:gs pos="100000">
                <a:srgbClr val="04325F"/>
              </a:gs>
            </a:gsLst>
            <a:path path="circle">
              <a:fillToRect b="50%" l="50%" r="50%" t="50%"/>
            </a:path>
            <a:tileRect/>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485" name="Google Shape;485;g3006347a72a_0_371"/>
          <p:cNvSpPr txBox="1"/>
          <p:nvPr>
            <p:ph type="ctrTitle"/>
          </p:nvPr>
        </p:nvSpPr>
        <p:spPr>
          <a:xfrm>
            <a:off x="2195736" y="-92546"/>
            <a:ext cx="6246900" cy="8268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4400"/>
              <a:buNone/>
            </a:pPr>
            <a:r>
              <a:rPr b="1" lang="fr" sz="2000">
                <a:solidFill>
                  <a:schemeClr val="lt1"/>
                </a:solidFill>
              </a:rPr>
              <a:t>3.     MÉTHODOLOGIE</a:t>
            </a:r>
            <a:endParaRPr b="1" sz="2000">
              <a:solidFill>
                <a:schemeClr val="lt1"/>
              </a:solidFill>
            </a:endParaRPr>
          </a:p>
        </p:txBody>
      </p:sp>
      <p:sp>
        <p:nvSpPr>
          <p:cNvPr id="486" name="Google Shape;486;g3006347a72a_0_371"/>
          <p:cNvSpPr txBox="1"/>
          <p:nvPr/>
        </p:nvSpPr>
        <p:spPr>
          <a:xfrm>
            <a:off x="8404384" y="4749851"/>
            <a:ext cx="548700" cy="393600"/>
          </a:xfrm>
          <a:prstGeom prst="rect">
            <a:avLst/>
          </a:prstGeom>
          <a:noFill/>
          <a:ln>
            <a:noFill/>
          </a:ln>
        </p:spPr>
        <p:txBody>
          <a:bodyPr anchorCtr="0" anchor="t" bIns="91425" lIns="91425" spcFirstLastPara="1" rIns="91425" wrap="square" tIns="91425">
            <a:noAutofit/>
          </a:bodyPr>
          <a:lstStyle/>
          <a:p>
            <a:pPr indent="0" lvl="0" marL="0" marR="0" rtl="0" algn="r">
              <a:lnSpc>
                <a:spcPct val="100000"/>
              </a:lnSpc>
              <a:spcBef>
                <a:spcPts val="0"/>
              </a:spcBef>
              <a:spcAft>
                <a:spcPts val="0"/>
              </a:spcAft>
              <a:buClr>
                <a:srgbClr val="000000"/>
              </a:buClr>
              <a:buSzPts val="1300"/>
              <a:buFont typeface="Arial"/>
              <a:buNone/>
            </a:pPr>
            <a:r>
              <a:rPr b="1" i="0" lang="fr" sz="1300" u="none" cap="none" strike="noStrike">
                <a:solidFill>
                  <a:schemeClr val="accent1"/>
                </a:solidFill>
                <a:latin typeface="Arial"/>
                <a:ea typeface="Arial"/>
                <a:cs typeface="Arial"/>
                <a:sym typeface="Arial"/>
              </a:rPr>
              <a:t>22</a:t>
            </a:r>
            <a:endParaRPr b="0" i="0" sz="1400" u="none" cap="none" strike="noStrike">
              <a:solidFill>
                <a:srgbClr val="000000"/>
              </a:solidFill>
              <a:latin typeface="Arial"/>
              <a:ea typeface="Arial"/>
              <a:cs typeface="Arial"/>
              <a:sym typeface="Arial"/>
            </a:endParaRPr>
          </a:p>
        </p:txBody>
      </p:sp>
      <p:sp>
        <p:nvSpPr>
          <p:cNvPr id="487" name="Google Shape;487;g3006347a72a_0_371"/>
          <p:cNvSpPr txBox="1"/>
          <p:nvPr/>
        </p:nvSpPr>
        <p:spPr>
          <a:xfrm>
            <a:off x="950275" y="734250"/>
            <a:ext cx="8088600" cy="523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100"/>
              <a:buFont typeface="Arial"/>
              <a:buNone/>
            </a:pPr>
            <a:r>
              <a:rPr b="1" i="0" lang="fr" sz="2200" u="none" cap="none" strike="noStrike">
                <a:solidFill>
                  <a:srgbClr val="000000"/>
                </a:solidFill>
                <a:latin typeface="Roboto Slab"/>
                <a:ea typeface="Roboto Slab"/>
                <a:cs typeface="Roboto Slab"/>
                <a:sym typeface="Roboto Slab"/>
              </a:rPr>
              <a:t>Nettoyage et Étiquetage des données</a:t>
            </a:r>
            <a:endParaRPr b="1" i="0" sz="2200" u="none" cap="none" strike="noStrike">
              <a:solidFill>
                <a:srgbClr val="000000"/>
              </a:solidFill>
              <a:latin typeface="Roboto Slab"/>
              <a:ea typeface="Roboto Slab"/>
              <a:cs typeface="Roboto Slab"/>
              <a:sym typeface="Roboto Slab"/>
            </a:endParaRPr>
          </a:p>
        </p:txBody>
      </p:sp>
      <p:sp>
        <p:nvSpPr>
          <p:cNvPr id="488" name="Google Shape;488;g3006347a72a_0_371"/>
          <p:cNvSpPr txBox="1"/>
          <p:nvPr/>
        </p:nvSpPr>
        <p:spPr>
          <a:xfrm>
            <a:off x="773175" y="1324375"/>
            <a:ext cx="7699800" cy="34254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600"/>
              <a:buFont typeface="Arial"/>
              <a:buNone/>
            </a:pPr>
            <a:r>
              <a:rPr b="0" i="0" lang="fr" sz="1600" u="none" cap="none" strike="noStrike">
                <a:solidFill>
                  <a:srgbClr val="000000"/>
                </a:solidFill>
                <a:latin typeface="Roboto Slab"/>
                <a:ea typeface="Roboto Slab"/>
                <a:cs typeface="Roboto Slab"/>
                <a:sym typeface="Roboto Slab"/>
              </a:rPr>
              <a:t>Les données collectées ont été nettoyées.</a:t>
            </a:r>
            <a:endParaRPr b="0" i="0" sz="1600" u="none" cap="none" strike="noStrike">
              <a:solidFill>
                <a:srgbClr val="000000"/>
              </a:solidFill>
              <a:latin typeface="Roboto Slab"/>
              <a:ea typeface="Roboto Slab"/>
              <a:cs typeface="Roboto Slab"/>
              <a:sym typeface="Roboto Slab"/>
            </a:endParaRPr>
          </a:p>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Roboto Slab"/>
              <a:ea typeface="Roboto Slab"/>
              <a:cs typeface="Roboto Slab"/>
              <a:sym typeface="Roboto Slab"/>
            </a:endParaRPr>
          </a:p>
          <a:p>
            <a:pPr indent="0" lvl="0" marL="0" marR="0" rtl="0" algn="l">
              <a:lnSpc>
                <a:spcPct val="100000"/>
              </a:lnSpc>
              <a:spcBef>
                <a:spcPts val="0"/>
              </a:spcBef>
              <a:spcAft>
                <a:spcPts val="0"/>
              </a:spcAft>
              <a:buClr>
                <a:srgbClr val="000000"/>
              </a:buClr>
              <a:buSzPts val="1600"/>
              <a:buFont typeface="Arial"/>
              <a:buNone/>
            </a:pPr>
            <a:r>
              <a:rPr b="0" i="0" lang="fr" sz="1600" u="none" cap="none" strike="noStrike">
                <a:solidFill>
                  <a:srgbClr val="000000"/>
                </a:solidFill>
                <a:latin typeface="Roboto Slab"/>
                <a:ea typeface="Roboto Slab"/>
                <a:cs typeface="Roboto Slab"/>
                <a:sym typeface="Roboto Slab"/>
              </a:rPr>
              <a:t>Les fichiers en bon état ont été renommés comme suit : </a:t>
            </a:r>
            <a:endParaRPr b="0" i="0" sz="1600" u="none" cap="none" strike="noStrike">
              <a:solidFill>
                <a:srgbClr val="000000"/>
              </a:solidFill>
              <a:latin typeface="Roboto Slab"/>
              <a:ea typeface="Roboto Slab"/>
              <a:cs typeface="Roboto Slab"/>
              <a:sym typeface="Roboto Slab"/>
            </a:endParaRPr>
          </a:p>
          <a:p>
            <a:pPr indent="0" lvl="0" marL="0" marR="0" rtl="0" algn="l">
              <a:lnSpc>
                <a:spcPct val="100000"/>
              </a:lnSpc>
              <a:spcBef>
                <a:spcPts val="0"/>
              </a:spcBef>
              <a:spcAft>
                <a:spcPts val="0"/>
              </a:spcAft>
              <a:buClr>
                <a:srgbClr val="000000"/>
              </a:buClr>
              <a:buSzPts val="1600"/>
              <a:buFont typeface="Arial"/>
              <a:buNone/>
            </a:pPr>
            <a:r>
              <a:t/>
            </a:r>
            <a:endParaRPr b="0" i="1" sz="1600" u="none" cap="none" strike="noStrike">
              <a:solidFill>
                <a:srgbClr val="000000"/>
              </a:solidFill>
              <a:latin typeface="Roboto Slab"/>
              <a:ea typeface="Roboto Slab"/>
              <a:cs typeface="Roboto Slab"/>
              <a:sym typeface="Roboto Slab"/>
            </a:endParaRPr>
          </a:p>
          <a:p>
            <a:pPr indent="0" lvl="0" marL="0" marR="0" rtl="0" algn="l">
              <a:lnSpc>
                <a:spcPct val="100000"/>
              </a:lnSpc>
              <a:spcBef>
                <a:spcPts val="0"/>
              </a:spcBef>
              <a:spcAft>
                <a:spcPts val="0"/>
              </a:spcAft>
              <a:buClr>
                <a:srgbClr val="000000"/>
              </a:buClr>
              <a:buSzPts val="1600"/>
              <a:buFont typeface="Arial"/>
              <a:buNone/>
            </a:pPr>
            <a:r>
              <a:t/>
            </a:r>
            <a:endParaRPr b="0" i="1" sz="1600" u="none" cap="none" strike="noStrike">
              <a:solidFill>
                <a:srgbClr val="000000"/>
              </a:solidFill>
              <a:latin typeface="Roboto Slab"/>
              <a:ea typeface="Roboto Slab"/>
              <a:cs typeface="Roboto Slab"/>
              <a:sym typeface="Roboto Slab"/>
            </a:endParaRPr>
          </a:p>
          <a:p>
            <a:pPr indent="0" lvl="0" marL="0" marR="0" rtl="0" algn="l">
              <a:lnSpc>
                <a:spcPct val="100000"/>
              </a:lnSpc>
              <a:spcBef>
                <a:spcPts val="0"/>
              </a:spcBef>
              <a:spcAft>
                <a:spcPts val="0"/>
              </a:spcAft>
              <a:buClr>
                <a:srgbClr val="000000"/>
              </a:buClr>
              <a:buSzPts val="1600"/>
              <a:buFont typeface="Arial"/>
              <a:buNone/>
            </a:pPr>
            <a:r>
              <a:rPr b="0" i="1" lang="fr" sz="1600" u="none" cap="none" strike="noStrike">
                <a:solidFill>
                  <a:srgbClr val="000000"/>
                </a:solidFill>
                <a:latin typeface="Roboto Slab"/>
                <a:ea typeface="Roboto Slab"/>
                <a:cs typeface="Roboto Slab"/>
                <a:sym typeface="Roboto Slab"/>
              </a:rPr>
              <a:t>spkr_X_word_Y_statement_i.wav</a:t>
            </a:r>
            <a:endParaRPr b="0" i="1" sz="1600" u="none" cap="none" strike="noStrike">
              <a:solidFill>
                <a:srgbClr val="000000"/>
              </a:solidFill>
              <a:latin typeface="Roboto Slab"/>
              <a:ea typeface="Roboto Slab"/>
              <a:cs typeface="Roboto Slab"/>
              <a:sym typeface="Roboto Slab"/>
            </a:endParaRPr>
          </a:p>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Roboto Slab"/>
              <a:ea typeface="Roboto Slab"/>
              <a:cs typeface="Roboto Slab"/>
              <a:sym typeface="Roboto Slab"/>
            </a:endParaRPr>
          </a:p>
          <a:p>
            <a:pPr indent="0" lvl="0" marL="0" marR="0" rtl="0" algn="l">
              <a:lnSpc>
                <a:spcPct val="100000"/>
              </a:lnSpc>
              <a:spcBef>
                <a:spcPts val="0"/>
              </a:spcBef>
              <a:spcAft>
                <a:spcPts val="0"/>
              </a:spcAft>
              <a:buClr>
                <a:srgbClr val="000000"/>
              </a:buClr>
              <a:buSzPts val="1600"/>
              <a:buFont typeface="Arial"/>
              <a:buNone/>
            </a:pPr>
            <a:r>
              <a:rPr b="0" i="0" lang="fr" sz="1600" u="none" cap="none" strike="noStrike">
                <a:solidFill>
                  <a:srgbClr val="000000"/>
                </a:solidFill>
                <a:latin typeface="Roboto Slab"/>
                <a:ea typeface="Roboto Slab"/>
                <a:cs typeface="Roboto Slab"/>
                <a:sym typeface="Roboto Slab"/>
              </a:rPr>
              <a:t>où :</a:t>
            </a:r>
            <a:endParaRPr b="0" i="0" sz="1600" u="none" cap="none" strike="noStrike">
              <a:solidFill>
                <a:srgbClr val="000000"/>
              </a:solidFill>
              <a:latin typeface="Roboto Slab"/>
              <a:ea typeface="Roboto Slab"/>
              <a:cs typeface="Roboto Slab"/>
              <a:sym typeface="Roboto Slab"/>
            </a:endParaRPr>
          </a:p>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Roboto Slab"/>
              <a:ea typeface="Roboto Slab"/>
              <a:cs typeface="Roboto Slab"/>
              <a:sym typeface="Roboto Slab"/>
            </a:endParaRPr>
          </a:p>
          <a:p>
            <a:pPr indent="0" lvl="0" marL="0" marR="0" rtl="0" algn="l">
              <a:lnSpc>
                <a:spcPct val="100000"/>
              </a:lnSpc>
              <a:spcBef>
                <a:spcPts val="0"/>
              </a:spcBef>
              <a:spcAft>
                <a:spcPts val="0"/>
              </a:spcAft>
              <a:buClr>
                <a:srgbClr val="000000"/>
              </a:buClr>
              <a:buSzPts val="1600"/>
              <a:buFont typeface="Arial"/>
              <a:buNone/>
            </a:pPr>
            <a:r>
              <a:rPr b="0" i="0" lang="fr" sz="1600" u="none" cap="none" strike="noStrike">
                <a:solidFill>
                  <a:srgbClr val="000000"/>
                </a:solidFill>
                <a:latin typeface="Roboto Slab"/>
                <a:ea typeface="Roboto Slab"/>
                <a:cs typeface="Roboto Slab"/>
                <a:sym typeface="Roboto Slab"/>
              </a:rPr>
              <a:t>— X représente l’identifiant du locuteur (allant de 1 à 69),</a:t>
            </a:r>
            <a:endParaRPr b="0" i="0" sz="1600" u="none" cap="none" strike="noStrike">
              <a:solidFill>
                <a:srgbClr val="000000"/>
              </a:solidFill>
              <a:latin typeface="Roboto Slab"/>
              <a:ea typeface="Roboto Slab"/>
              <a:cs typeface="Roboto Slab"/>
              <a:sym typeface="Roboto Slab"/>
            </a:endParaRPr>
          </a:p>
          <a:p>
            <a:pPr indent="0" lvl="0" marL="0" marR="0" rtl="0" algn="l">
              <a:lnSpc>
                <a:spcPct val="100000"/>
              </a:lnSpc>
              <a:spcBef>
                <a:spcPts val="0"/>
              </a:spcBef>
              <a:spcAft>
                <a:spcPts val="0"/>
              </a:spcAft>
              <a:buClr>
                <a:srgbClr val="000000"/>
              </a:buClr>
              <a:buSzPts val="1600"/>
              <a:buFont typeface="Arial"/>
              <a:buNone/>
            </a:pPr>
            <a:r>
              <a:rPr b="0" i="0" lang="fr" sz="1600" u="none" cap="none" strike="noStrike">
                <a:solidFill>
                  <a:srgbClr val="000000"/>
                </a:solidFill>
                <a:latin typeface="Roboto Slab"/>
                <a:ea typeface="Roboto Slab"/>
                <a:cs typeface="Roboto Slab"/>
                <a:sym typeface="Roboto Slab"/>
              </a:rPr>
              <a:t>— Y représente l’identifiant du mot (allant de 1 à 60),</a:t>
            </a:r>
            <a:endParaRPr b="0" i="0" sz="1600" u="none" cap="none" strike="noStrike">
              <a:solidFill>
                <a:srgbClr val="000000"/>
              </a:solidFill>
              <a:latin typeface="Roboto Slab"/>
              <a:ea typeface="Roboto Slab"/>
              <a:cs typeface="Roboto Slab"/>
              <a:sym typeface="Roboto Slab"/>
            </a:endParaRPr>
          </a:p>
          <a:p>
            <a:pPr indent="0" lvl="0" marL="0" marR="0" rtl="0" algn="l">
              <a:lnSpc>
                <a:spcPct val="100000"/>
              </a:lnSpc>
              <a:spcBef>
                <a:spcPts val="0"/>
              </a:spcBef>
              <a:spcAft>
                <a:spcPts val="0"/>
              </a:spcAft>
              <a:buClr>
                <a:srgbClr val="000000"/>
              </a:buClr>
              <a:buSzPts val="1600"/>
              <a:buFont typeface="Arial"/>
              <a:buNone/>
            </a:pPr>
            <a:r>
              <a:rPr b="0" i="0" lang="fr" sz="1600" u="none" cap="none" strike="noStrike">
                <a:solidFill>
                  <a:srgbClr val="000000"/>
                </a:solidFill>
                <a:latin typeface="Roboto Slab"/>
                <a:ea typeface="Roboto Slab"/>
                <a:cs typeface="Roboto Slab"/>
                <a:sym typeface="Roboto Slab"/>
              </a:rPr>
              <a:t>— i représente le numéro de la descente (1 ou 2).</a:t>
            </a:r>
            <a:endParaRPr b="0" i="0" sz="1600" u="none" cap="none" strike="noStrike">
              <a:solidFill>
                <a:srgbClr val="000000"/>
              </a:solidFill>
              <a:latin typeface="Roboto Slab"/>
              <a:ea typeface="Roboto Slab"/>
              <a:cs typeface="Roboto Slab"/>
              <a:sym typeface="Roboto Slab"/>
            </a:endParaRPr>
          </a:p>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Roboto Slab"/>
              <a:ea typeface="Roboto Slab"/>
              <a:cs typeface="Roboto Slab"/>
              <a:sym typeface="Roboto Slab"/>
            </a:endParaRPr>
          </a:p>
        </p:txBody>
      </p:sp>
    </p:spTree>
  </p:cSld>
  <p:clrMapOvr>
    <a:masterClrMapping/>
  </p:clrMapOvr>
  <p:transition spd="med">
    <p:fade thruBlk="1"/>
  </p:transition>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2" name="Shape 492"/>
        <p:cNvGrpSpPr/>
        <p:nvPr/>
      </p:nvGrpSpPr>
      <p:grpSpPr>
        <a:xfrm>
          <a:off x="0" y="0"/>
          <a:ext cx="0" cy="0"/>
          <a:chOff x="0" y="0"/>
          <a:chExt cx="0" cy="0"/>
        </a:xfrm>
      </p:grpSpPr>
      <p:sp>
        <p:nvSpPr>
          <p:cNvPr id="493" name="Google Shape;493;g3006347a72a_0_383"/>
          <p:cNvSpPr/>
          <p:nvPr/>
        </p:nvSpPr>
        <p:spPr>
          <a:xfrm>
            <a:off x="1286920" y="70943"/>
            <a:ext cx="5670300" cy="384000"/>
          </a:xfrm>
          <a:prstGeom prst="snip2DiagRect">
            <a:avLst>
              <a:gd fmla="val 0" name="adj1"/>
              <a:gd fmla="val 16667" name="adj2"/>
            </a:avLst>
          </a:prstGeom>
          <a:gradFill>
            <a:gsLst>
              <a:gs pos="0">
                <a:srgbClr val="0075E5"/>
              </a:gs>
              <a:gs pos="100000">
                <a:srgbClr val="04325F"/>
              </a:gs>
            </a:gsLst>
            <a:path path="circle">
              <a:fillToRect b="50%" l="50%" r="50%" t="50%"/>
            </a:path>
            <a:tileRect/>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494" name="Google Shape;494;g3006347a72a_0_383"/>
          <p:cNvSpPr txBox="1"/>
          <p:nvPr>
            <p:ph type="ctrTitle"/>
          </p:nvPr>
        </p:nvSpPr>
        <p:spPr>
          <a:xfrm>
            <a:off x="2195736" y="-92546"/>
            <a:ext cx="6246900" cy="8268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4400"/>
              <a:buNone/>
            </a:pPr>
            <a:r>
              <a:rPr b="1" lang="fr" sz="2000">
                <a:solidFill>
                  <a:schemeClr val="lt1"/>
                </a:solidFill>
              </a:rPr>
              <a:t>3.     MÉTHODOLOGIE</a:t>
            </a:r>
            <a:endParaRPr b="1" sz="2000">
              <a:solidFill>
                <a:schemeClr val="lt1"/>
              </a:solidFill>
            </a:endParaRPr>
          </a:p>
        </p:txBody>
      </p:sp>
      <p:sp>
        <p:nvSpPr>
          <p:cNvPr id="495" name="Google Shape;495;g3006347a72a_0_383"/>
          <p:cNvSpPr txBox="1"/>
          <p:nvPr/>
        </p:nvSpPr>
        <p:spPr>
          <a:xfrm>
            <a:off x="8404384" y="4749851"/>
            <a:ext cx="548700" cy="393600"/>
          </a:xfrm>
          <a:prstGeom prst="rect">
            <a:avLst/>
          </a:prstGeom>
          <a:noFill/>
          <a:ln>
            <a:noFill/>
          </a:ln>
        </p:spPr>
        <p:txBody>
          <a:bodyPr anchorCtr="0" anchor="t" bIns="91425" lIns="91425" spcFirstLastPara="1" rIns="91425" wrap="square" tIns="91425">
            <a:noAutofit/>
          </a:bodyPr>
          <a:lstStyle/>
          <a:p>
            <a:pPr indent="0" lvl="0" marL="0" marR="0" rtl="0" algn="r">
              <a:lnSpc>
                <a:spcPct val="100000"/>
              </a:lnSpc>
              <a:spcBef>
                <a:spcPts val="0"/>
              </a:spcBef>
              <a:spcAft>
                <a:spcPts val="0"/>
              </a:spcAft>
              <a:buClr>
                <a:srgbClr val="000000"/>
              </a:buClr>
              <a:buSzPts val="1300"/>
              <a:buFont typeface="Arial"/>
              <a:buNone/>
            </a:pPr>
            <a:r>
              <a:rPr b="1" i="0" lang="fr" sz="1300" u="none" cap="none" strike="noStrike">
                <a:solidFill>
                  <a:schemeClr val="accent1"/>
                </a:solidFill>
                <a:latin typeface="Arial"/>
                <a:ea typeface="Arial"/>
                <a:cs typeface="Arial"/>
                <a:sym typeface="Arial"/>
              </a:rPr>
              <a:t>22</a:t>
            </a:r>
            <a:endParaRPr b="0" i="0" sz="1400" u="none" cap="none" strike="noStrike">
              <a:solidFill>
                <a:srgbClr val="000000"/>
              </a:solidFill>
              <a:latin typeface="Arial"/>
              <a:ea typeface="Arial"/>
              <a:cs typeface="Arial"/>
              <a:sym typeface="Arial"/>
            </a:endParaRPr>
          </a:p>
        </p:txBody>
      </p:sp>
      <p:sp>
        <p:nvSpPr>
          <p:cNvPr id="496" name="Google Shape;496;g3006347a72a_0_383"/>
          <p:cNvSpPr txBox="1"/>
          <p:nvPr/>
        </p:nvSpPr>
        <p:spPr>
          <a:xfrm>
            <a:off x="967025" y="2340800"/>
            <a:ext cx="8088600" cy="523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100"/>
              <a:buFont typeface="Arial"/>
              <a:buNone/>
            </a:pPr>
            <a:r>
              <a:rPr b="1" i="0" lang="fr" sz="2200" u="none" cap="none" strike="noStrike">
                <a:solidFill>
                  <a:srgbClr val="000000"/>
                </a:solidFill>
                <a:latin typeface="Roboto Slab"/>
                <a:ea typeface="Roboto Slab"/>
                <a:cs typeface="Roboto Slab"/>
                <a:sym typeface="Roboto Slab"/>
              </a:rPr>
              <a:t>Entraînement avec Kaldi</a:t>
            </a:r>
            <a:endParaRPr b="1" i="0" sz="2200" u="none" cap="none" strike="noStrike">
              <a:solidFill>
                <a:srgbClr val="000000"/>
              </a:solidFill>
              <a:latin typeface="Roboto Slab"/>
              <a:ea typeface="Roboto Slab"/>
              <a:cs typeface="Roboto Slab"/>
              <a:sym typeface="Roboto Slab"/>
            </a:endParaRPr>
          </a:p>
        </p:txBody>
      </p:sp>
      <p:sp>
        <p:nvSpPr>
          <p:cNvPr id="497" name="Google Shape;497;g3006347a72a_0_383"/>
          <p:cNvSpPr txBox="1"/>
          <p:nvPr/>
        </p:nvSpPr>
        <p:spPr>
          <a:xfrm>
            <a:off x="773175" y="1324375"/>
            <a:ext cx="7699800" cy="34254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Roboto Slab"/>
              <a:ea typeface="Roboto Slab"/>
              <a:cs typeface="Roboto Slab"/>
              <a:sym typeface="Roboto Slab"/>
            </a:endParaRPr>
          </a:p>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Roboto Slab"/>
              <a:ea typeface="Roboto Slab"/>
              <a:cs typeface="Roboto Slab"/>
              <a:sym typeface="Roboto Slab"/>
            </a:endParaRPr>
          </a:p>
        </p:txBody>
      </p:sp>
      <p:pic>
        <p:nvPicPr>
          <p:cNvPr id="498" name="Google Shape;498;g3006347a72a_0_383"/>
          <p:cNvPicPr preferRelativeResize="0"/>
          <p:nvPr/>
        </p:nvPicPr>
        <p:blipFill rotWithShape="1">
          <a:blip r:embed="rId3">
            <a:alphaModFix/>
          </a:blip>
          <a:srcRect b="0" l="0" r="0" t="0"/>
          <a:stretch/>
        </p:blipFill>
        <p:spPr>
          <a:xfrm>
            <a:off x="5143075" y="571450"/>
            <a:ext cx="3810000" cy="4572000"/>
          </a:xfrm>
          <a:prstGeom prst="rect">
            <a:avLst/>
          </a:prstGeom>
          <a:noFill/>
          <a:ln>
            <a:noFill/>
          </a:ln>
        </p:spPr>
      </p:pic>
    </p:spTree>
  </p:cSld>
  <p:clrMapOvr>
    <a:masterClrMapping/>
  </p:clrMapOvr>
  <p:transition spd="med">
    <p:fade thruBlk="1"/>
  </p:transition>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2" name="Shape 502"/>
        <p:cNvGrpSpPr/>
        <p:nvPr/>
      </p:nvGrpSpPr>
      <p:grpSpPr>
        <a:xfrm>
          <a:off x="0" y="0"/>
          <a:ext cx="0" cy="0"/>
          <a:chOff x="0" y="0"/>
          <a:chExt cx="0" cy="0"/>
        </a:xfrm>
      </p:grpSpPr>
      <p:sp>
        <p:nvSpPr>
          <p:cNvPr id="503" name="Google Shape;503;g2d33b3c898e_0_62"/>
          <p:cNvSpPr/>
          <p:nvPr/>
        </p:nvSpPr>
        <p:spPr>
          <a:xfrm>
            <a:off x="1286920" y="70943"/>
            <a:ext cx="5670300" cy="384000"/>
          </a:xfrm>
          <a:prstGeom prst="snip2DiagRect">
            <a:avLst>
              <a:gd fmla="val 0" name="adj1"/>
              <a:gd fmla="val 16667" name="adj2"/>
            </a:avLst>
          </a:prstGeom>
          <a:gradFill>
            <a:gsLst>
              <a:gs pos="0">
                <a:srgbClr val="0075E5"/>
              </a:gs>
              <a:gs pos="100000">
                <a:srgbClr val="04325F"/>
              </a:gs>
            </a:gsLst>
            <a:path path="circle">
              <a:fillToRect b="50%" l="50%" r="50%" t="50%"/>
            </a:path>
            <a:tileRect/>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504" name="Google Shape;504;g2d33b3c898e_0_62"/>
          <p:cNvSpPr txBox="1"/>
          <p:nvPr>
            <p:ph type="ctrTitle"/>
          </p:nvPr>
        </p:nvSpPr>
        <p:spPr>
          <a:xfrm>
            <a:off x="2195736" y="-92546"/>
            <a:ext cx="6246900" cy="8268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4400"/>
              <a:buNone/>
            </a:pPr>
            <a:r>
              <a:rPr b="1" lang="fr" sz="2000">
                <a:solidFill>
                  <a:schemeClr val="lt1"/>
                </a:solidFill>
              </a:rPr>
              <a:t>3.     MÉTHODOLOGIE</a:t>
            </a:r>
            <a:endParaRPr b="1" sz="2000">
              <a:solidFill>
                <a:schemeClr val="lt1"/>
              </a:solidFill>
            </a:endParaRPr>
          </a:p>
        </p:txBody>
      </p:sp>
      <p:sp>
        <p:nvSpPr>
          <p:cNvPr id="505" name="Google Shape;505;g2d33b3c898e_0_62"/>
          <p:cNvSpPr txBox="1"/>
          <p:nvPr/>
        </p:nvSpPr>
        <p:spPr>
          <a:xfrm>
            <a:off x="8404384" y="4749851"/>
            <a:ext cx="548700" cy="393600"/>
          </a:xfrm>
          <a:prstGeom prst="rect">
            <a:avLst/>
          </a:prstGeom>
          <a:noFill/>
          <a:ln>
            <a:noFill/>
          </a:ln>
        </p:spPr>
        <p:txBody>
          <a:bodyPr anchorCtr="0" anchor="t" bIns="91425" lIns="91425" spcFirstLastPara="1" rIns="91425" wrap="square" tIns="91425">
            <a:noAutofit/>
          </a:bodyPr>
          <a:lstStyle/>
          <a:p>
            <a:pPr indent="0" lvl="0" marL="0" marR="0" rtl="0" algn="r">
              <a:lnSpc>
                <a:spcPct val="100000"/>
              </a:lnSpc>
              <a:spcBef>
                <a:spcPts val="0"/>
              </a:spcBef>
              <a:spcAft>
                <a:spcPts val="0"/>
              </a:spcAft>
              <a:buClr>
                <a:srgbClr val="000000"/>
              </a:buClr>
              <a:buSzPts val="1300"/>
              <a:buFont typeface="Arial"/>
              <a:buNone/>
            </a:pPr>
            <a:r>
              <a:rPr b="1" i="0" lang="fr" sz="1300" u="none" cap="none" strike="noStrike">
                <a:solidFill>
                  <a:schemeClr val="accent1"/>
                </a:solidFill>
                <a:latin typeface="Arial"/>
                <a:ea typeface="Arial"/>
                <a:cs typeface="Arial"/>
                <a:sym typeface="Arial"/>
              </a:rPr>
              <a:t>22</a:t>
            </a:r>
            <a:endParaRPr b="0" i="0" sz="1400" u="none" cap="none" strike="noStrike">
              <a:solidFill>
                <a:srgbClr val="000000"/>
              </a:solidFill>
              <a:latin typeface="Arial"/>
              <a:ea typeface="Arial"/>
              <a:cs typeface="Arial"/>
              <a:sym typeface="Arial"/>
            </a:endParaRPr>
          </a:p>
        </p:txBody>
      </p:sp>
      <p:sp>
        <p:nvSpPr>
          <p:cNvPr id="506" name="Google Shape;506;g2d33b3c898e_0_62"/>
          <p:cNvSpPr txBox="1"/>
          <p:nvPr/>
        </p:nvSpPr>
        <p:spPr>
          <a:xfrm>
            <a:off x="950275" y="2310150"/>
            <a:ext cx="8088600" cy="523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100"/>
              <a:buFont typeface="Arial"/>
              <a:buNone/>
            </a:pPr>
            <a:r>
              <a:rPr b="1" i="0" lang="fr" sz="2200" u="none" cap="none" strike="noStrike">
                <a:solidFill>
                  <a:srgbClr val="000000"/>
                </a:solidFill>
                <a:latin typeface="Roboto Slab"/>
                <a:ea typeface="Roboto Slab"/>
                <a:cs typeface="Roboto Slab"/>
                <a:sym typeface="Roboto Slab"/>
              </a:rPr>
              <a:t>Entraînement avec GrapheSAGE</a:t>
            </a:r>
            <a:endParaRPr b="1" i="0" sz="2200" u="none" cap="none" strike="noStrike">
              <a:solidFill>
                <a:srgbClr val="000000"/>
              </a:solidFill>
              <a:latin typeface="Roboto Slab"/>
              <a:ea typeface="Roboto Slab"/>
              <a:cs typeface="Roboto Slab"/>
              <a:sym typeface="Roboto Slab"/>
            </a:endParaRPr>
          </a:p>
        </p:txBody>
      </p:sp>
      <p:sp>
        <p:nvSpPr>
          <p:cNvPr id="507" name="Google Shape;507;g2d33b3c898e_0_62"/>
          <p:cNvSpPr txBox="1"/>
          <p:nvPr/>
        </p:nvSpPr>
        <p:spPr>
          <a:xfrm>
            <a:off x="773175" y="1324375"/>
            <a:ext cx="7699800" cy="34254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Roboto Slab"/>
              <a:ea typeface="Roboto Slab"/>
              <a:cs typeface="Roboto Slab"/>
              <a:sym typeface="Roboto Slab"/>
            </a:endParaRPr>
          </a:p>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Roboto Slab"/>
              <a:ea typeface="Roboto Slab"/>
              <a:cs typeface="Roboto Slab"/>
              <a:sym typeface="Roboto Slab"/>
            </a:endParaRPr>
          </a:p>
        </p:txBody>
      </p:sp>
      <p:pic>
        <p:nvPicPr>
          <p:cNvPr id="508" name="Google Shape;508;g2d33b3c898e_0_62"/>
          <p:cNvPicPr preferRelativeResize="0"/>
          <p:nvPr/>
        </p:nvPicPr>
        <p:blipFill rotWithShape="1">
          <a:blip r:embed="rId3">
            <a:alphaModFix/>
          </a:blip>
          <a:srcRect b="0" l="0" r="0" t="0"/>
          <a:stretch/>
        </p:blipFill>
        <p:spPr>
          <a:xfrm>
            <a:off x="5533675" y="552450"/>
            <a:ext cx="3429000" cy="4953000"/>
          </a:xfrm>
          <a:prstGeom prst="rect">
            <a:avLst/>
          </a:prstGeom>
          <a:noFill/>
          <a:ln>
            <a:noFill/>
          </a:ln>
        </p:spPr>
      </p:pic>
    </p:spTree>
  </p:cSld>
  <p:clrMapOvr>
    <a:masterClrMapping/>
  </p:clrMapOvr>
  <p:transition spd="med">
    <p:fade thruBlk="1"/>
  </p:transition>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2" name="Shape 512"/>
        <p:cNvGrpSpPr/>
        <p:nvPr/>
      </p:nvGrpSpPr>
      <p:grpSpPr>
        <a:xfrm>
          <a:off x="0" y="0"/>
          <a:ext cx="0" cy="0"/>
          <a:chOff x="0" y="0"/>
          <a:chExt cx="0" cy="0"/>
        </a:xfrm>
      </p:grpSpPr>
      <p:sp>
        <p:nvSpPr>
          <p:cNvPr id="513" name="Google Shape;513;g3006347a72a_0_392"/>
          <p:cNvSpPr/>
          <p:nvPr/>
        </p:nvSpPr>
        <p:spPr>
          <a:xfrm>
            <a:off x="1286920" y="70943"/>
            <a:ext cx="5670300" cy="384000"/>
          </a:xfrm>
          <a:prstGeom prst="snip2DiagRect">
            <a:avLst>
              <a:gd fmla="val 0" name="adj1"/>
              <a:gd fmla="val 16667" name="adj2"/>
            </a:avLst>
          </a:prstGeom>
          <a:gradFill>
            <a:gsLst>
              <a:gs pos="0">
                <a:srgbClr val="0075E5"/>
              </a:gs>
              <a:gs pos="100000">
                <a:srgbClr val="04325F"/>
              </a:gs>
            </a:gsLst>
            <a:path path="circle">
              <a:fillToRect b="50%" l="50%" r="50%" t="50%"/>
            </a:path>
            <a:tileRect/>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514" name="Google Shape;514;g3006347a72a_0_392"/>
          <p:cNvSpPr txBox="1"/>
          <p:nvPr>
            <p:ph type="ctrTitle"/>
          </p:nvPr>
        </p:nvSpPr>
        <p:spPr>
          <a:xfrm>
            <a:off x="2195736" y="-92546"/>
            <a:ext cx="6246900" cy="8268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4400"/>
              <a:buNone/>
            </a:pPr>
            <a:r>
              <a:rPr b="1" lang="fr" sz="2000">
                <a:solidFill>
                  <a:schemeClr val="lt1"/>
                </a:solidFill>
              </a:rPr>
              <a:t>3.     MÉTHODOLOGIE</a:t>
            </a:r>
            <a:endParaRPr b="1" sz="2000">
              <a:solidFill>
                <a:schemeClr val="lt1"/>
              </a:solidFill>
            </a:endParaRPr>
          </a:p>
        </p:txBody>
      </p:sp>
      <p:sp>
        <p:nvSpPr>
          <p:cNvPr id="515" name="Google Shape;515;g3006347a72a_0_392"/>
          <p:cNvSpPr txBox="1"/>
          <p:nvPr/>
        </p:nvSpPr>
        <p:spPr>
          <a:xfrm>
            <a:off x="8404384" y="4749851"/>
            <a:ext cx="548700" cy="393600"/>
          </a:xfrm>
          <a:prstGeom prst="rect">
            <a:avLst/>
          </a:prstGeom>
          <a:noFill/>
          <a:ln>
            <a:noFill/>
          </a:ln>
        </p:spPr>
        <p:txBody>
          <a:bodyPr anchorCtr="0" anchor="t" bIns="91425" lIns="91425" spcFirstLastPara="1" rIns="91425" wrap="square" tIns="91425">
            <a:noAutofit/>
          </a:bodyPr>
          <a:lstStyle/>
          <a:p>
            <a:pPr indent="0" lvl="0" marL="0" marR="0" rtl="0" algn="r">
              <a:lnSpc>
                <a:spcPct val="100000"/>
              </a:lnSpc>
              <a:spcBef>
                <a:spcPts val="0"/>
              </a:spcBef>
              <a:spcAft>
                <a:spcPts val="0"/>
              </a:spcAft>
              <a:buClr>
                <a:srgbClr val="000000"/>
              </a:buClr>
              <a:buSzPts val="1300"/>
              <a:buFont typeface="Arial"/>
              <a:buNone/>
            </a:pPr>
            <a:r>
              <a:rPr b="1" i="0" lang="fr" sz="1300" u="none" cap="none" strike="noStrike">
                <a:solidFill>
                  <a:schemeClr val="accent1"/>
                </a:solidFill>
                <a:latin typeface="Arial"/>
                <a:ea typeface="Arial"/>
                <a:cs typeface="Arial"/>
                <a:sym typeface="Arial"/>
              </a:rPr>
              <a:t>22</a:t>
            </a:r>
            <a:endParaRPr b="0" i="0" sz="1400" u="none" cap="none" strike="noStrike">
              <a:solidFill>
                <a:srgbClr val="000000"/>
              </a:solidFill>
              <a:latin typeface="Arial"/>
              <a:ea typeface="Arial"/>
              <a:cs typeface="Arial"/>
              <a:sym typeface="Arial"/>
            </a:endParaRPr>
          </a:p>
        </p:txBody>
      </p:sp>
      <p:sp>
        <p:nvSpPr>
          <p:cNvPr id="516" name="Google Shape;516;g3006347a72a_0_392"/>
          <p:cNvSpPr txBox="1"/>
          <p:nvPr/>
        </p:nvSpPr>
        <p:spPr>
          <a:xfrm>
            <a:off x="950275" y="734250"/>
            <a:ext cx="8088600" cy="523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100"/>
              <a:buFont typeface="Arial"/>
              <a:buNone/>
            </a:pPr>
            <a:r>
              <a:rPr b="1" i="0" lang="fr" sz="2200" u="none" cap="none" strike="noStrike">
                <a:solidFill>
                  <a:srgbClr val="000000"/>
                </a:solidFill>
                <a:latin typeface="Roboto Slab"/>
                <a:ea typeface="Roboto Slab"/>
                <a:cs typeface="Roboto Slab"/>
                <a:sym typeface="Roboto Slab"/>
              </a:rPr>
              <a:t>Mise en place du modèle GraphSAGE</a:t>
            </a:r>
            <a:endParaRPr b="1" i="0" sz="2200" u="none" cap="none" strike="noStrike">
              <a:solidFill>
                <a:srgbClr val="000000"/>
              </a:solidFill>
              <a:latin typeface="Roboto Slab"/>
              <a:ea typeface="Roboto Slab"/>
              <a:cs typeface="Roboto Slab"/>
              <a:sym typeface="Roboto Slab"/>
            </a:endParaRPr>
          </a:p>
        </p:txBody>
      </p:sp>
      <p:sp>
        <p:nvSpPr>
          <p:cNvPr id="517" name="Google Shape;517;g3006347a72a_0_392"/>
          <p:cNvSpPr txBox="1"/>
          <p:nvPr/>
        </p:nvSpPr>
        <p:spPr>
          <a:xfrm>
            <a:off x="773175" y="1324375"/>
            <a:ext cx="7699800" cy="34254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600"/>
              <a:buFont typeface="Arial"/>
              <a:buNone/>
            </a:pPr>
            <a:r>
              <a:rPr b="1" i="0" lang="fr" sz="1600" u="sng" cap="none" strike="noStrike">
                <a:solidFill>
                  <a:srgbClr val="000000"/>
                </a:solidFill>
                <a:latin typeface="Roboto Slab"/>
                <a:ea typeface="Roboto Slab"/>
                <a:cs typeface="Roboto Slab"/>
                <a:sym typeface="Roboto Slab"/>
              </a:rPr>
              <a:t>Construction des graphes</a:t>
            </a:r>
            <a:endParaRPr b="1" i="0" sz="1600" u="sng" cap="none" strike="noStrike">
              <a:solidFill>
                <a:srgbClr val="000000"/>
              </a:solidFill>
              <a:latin typeface="Roboto Slab"/>
              <a:ea typeface="Roboto Slab"/>
              <a:cs typeface="Roboto Slab"/>
              <a:sym typeface="Roboto Slab"/>
            </a:endParaRPr>
          </a:p>
          <a:p>
            <a:pPr indent="0" lvl="0" marL="0" marR="0" rtl="0" algn="l">
              <a:lnSpc>
                <a:spcPct val="100000"/>
              </a:lnSpc>
              <a:spcBef>
                <a:spcPts val="0"/>
              </a:spcBef>
              <a:spcAft>
                <a:spcPts val="0"/>
              </a:spcAft>
              <a:buClr>
                <a:srgbClr val="000000"/>
              </a:buClr>
              <a:buSzPts val="1600"/>
              <a:buFont typeface="Arial"/>
              <a:buNone/>
            </a:pPr>
            <a:r>
              <a:t/>
            </a:r>
            <a:endParaRPr b="1" i="0" sz="1600" u="sng" cap="none" strike="noStrike">
              <a:solidFill>
                <a:srgbClr val="000000"/>
              </a:solidFill>
              <a:latin typeface="Roboto Slab"/>
              <a:ea typeface="Roboto Slab"/>
              <a:cs typeface="Roboto Slab"/>
              <a:sym typeface="Roboto Slab"/>
            </a:endParaRPr>
          </a:p>
          <a:p>
            <a:pPr indent="0" lvl="0" marL="0" marR="0" rtl="0" algn="l">
              <a:lnSpc>
                <a:spcPct val="100000"/>
              </a:lnSpc>
              <a:spcBef>
                <a:spcPts val="0"/>
              </a:spcBef>
              <a:spcAft>
                <a:spcPts val="0"/>
              </a:spcAft>
              <a:buClr>
                <a:srgbClr val="000000"/>
              </a:buClr>
              <a:buSzPts val="1600"/>
              <a:buFont typeface="Arial"/>
              <a:buNone/>
            </a:pPr>
            <a:r>
              <a:t/>
            </a:r>
            <a:endParaRPr b="1" i="0" sz="1600" u="sng" cap="none" strike="noStrike">
              <a:solidFill>
                <a:srgbClr val="000000"/>
              </a:solidFill>
              <a:latin typeface="Roboto Slab"/>
              <a:ea typeface="Roboto Slab"/>
              <a:cs typeface="Roboto Slab"/>
              <a:sym typeface="Roboto Slab"/>
            </a:endParaRPr>
          </a:p>
        </p:txBody>
      </p:sp>
      <p:pic>
        <p:nvPicPr>
          <p:cNvPr id="518" name="Google Shape;518;g3006347a72a_0_392"/>
          <p:cNvPicPr preferRelativeResize="0"/>
          <p:nvPr/>
        </p:nvPicPr>
        <p:blipFill rotWithShape="1">
          <a:blip r:embed="rId3">
            <a:alphaModFix/>
          </a:blip>
          <a:srcRect b="0" l="0" r="0" t="0"/>
          <a:stretch/>
        </p:blipFill>
        <p:spPr>
          <a:xfrm>
            <a:off x="2651550" y="2086977"/>
            <a:ext cx="2941050" cy="2548175"/>
          </a:xfrm>
          <a:prstGeom prst="rect">
            <a:avLst/>
          </a:prstGeom>
          <a:noFill/>
          <a:ln>
            <a:noFill/>
          </a:ln>
        </p:spPr>
      </p:pic>
      <p:sp>
        <p:nvSpPr>
          <p:cNvPr id="519" name="Google Shape;519;g3006347a72a_0_392"/>
          <p:cNvSpPr txBox="1"/>
          <p:nvPr/>
        </p:nvSpPr>
        <p:spPr>
          <a:xfrm>
            <a:off x="1917450" y="2373925"/>
            <a:ext cx="962700" cy="2505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600"/>
              <a:buFont typeface="Arial"/>
              <a:buNone/>
            </a:pPr>
            <a:r>
              <a:rPr b="1" i="0" lang="fr" sz="1600" u="none" cap="none" strike="noStrike">
                <a:solidFill>
                  <a:srgbClr val="003E7A"/>
                </a:solidFill>
                <a:latin typeface="Arial"/>
                <a:ea typeface="Arial"/>
                <a:cs typeface="Arial"/>
                <a:sym typeface="Arial"/>
              </a:rPr>
              <a:t>Mot 1</a:t>
            </a:r>
            <a:endParaRPr b="1" i="0" sz="1600" u="none" cap="none" strike="noStrike">
              <a:solidFill>
                <a:srgbClr val="003E7A"/>
              </a:solidFill>
              <a:latin typeface="Arial"/>
              <a:ea typeface="Arial"/>
              <a:cs typeface="Arial"/>
              <a:sym typeface="Arial"/>
            </a:endParaRPr>
          </a:p>
        </p:txBody>
      </p:sp>
      <p:sp>
        <p:nvSpPr>
          <p:cNvPr id="520" name="Google Shape;520;g3006347a72a_0_392"/>
          <p:cNvSpPr txBox="1"/>
          <p:nvPr/>
        </p:nvSpPr>
        <p:spPr>
          <a:xfrm>
            <a:off x="5651250" y="2526325"/>
            <a:ext cx="962700" cy="2505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600"/>
              <a:buFont typeface="Arial"/>
              <a:buNone/>
            </a:pPr>
            <a:r>
              <a:rPr b="1" i="0" lang="fr" sz="1600" u="none" cap="none" strike="noStrike">
                <a:solidFill>
                  <a:srgbClr val="61AC4F"/>
                </a:solidFill>
                <a:latin typeface="Arial"/>
                <a:ea typeface="Arial"/>
                <a:cs typeface="Arial"/>
                <a:sym typeface="Arial"/>
              </a:rPr>
              <a:t>Mot 2</a:t>
            </a:r>
            <a:endParaRPr b="1" i="0" sz="1600" u="none" cap="none" strike="noStrike">
              <a:solidFill>
                <a:srgbClr val="61AC4F"/>
              </a:solidFill>
              <a:latin typeface="Arial"/>
              <a:ea typeface="Arial"/>
              <a:cs typeface="Arial"/>
              <a:sym typeface="Arial"/>
            </a:endParaRPr>
          </a:p>
        </p:txBody>
      </p:sp>
      <p:sp>
        <p:nvSpPr>
          <p:cNvPr id="521" name="Google Shape;521;g3006347a72a_0_392"/>
          <p:cNvSpPr txBox="1"/>
          <p:nvPr/>
        </p:nvSpPr>
        <p:spPr>
          <a:xfrm>
            <a:off x="5013800" y="4129475"/>
            <a:ext cx="962700" cy="2505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600"/>
              <a:buFont typeface="Arial"/>
              <a:buNone/>
            </a:pPr>
            <a:r>
              <a:rPr b="1" i="0" lang="fr" sz="1600" u="none" cap="none" strike="noStrike">
                <a:solidFill>
                  <a:srgbClr val="FF0000"/>
                </a:solidFill>
                <a:latin typeface="Arial"/>
                <a:ea typeface="Arial"/>
                <a:cs typeface="Arial"/>
                <a:sym typeface="Arial"/>
              </a:rPr>
              <a:t>Mot 3</a:t>
            </a:r>
            <a:endParaRPr b="1" i="0" sz="1600" u="none" cap="none" strike="noStrike">
              <a:solidFill>
                <a:srgbClr val="FF0000"/>
              </a:solidFill>
              <a:latin typeface="Arial"/>
              <a:ea typeface="Arial"/>
              <a:cs typeface="Arial"/>
              <a:sym typeface="Arial"/>
            </a:endParaRPr>
          </a:p>
        </p:txBody>
      </p:sp>
    </p:spTree>
  </p:cSld>
  <p:clrMapOvr>
    <a:masterClrMapping/>
  </p:clrMapOvr>
  <p:transition spd="med">
    <p:fade thruBlk="1"/>
  </p:transition>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5" name="Shape 525"/>
        <p:cNvGrpSpPr/>
        <p:nvPr/>
      </p:nvGrpSpPr>
      <p:grpSpPr>
        <a:xfrm>
          <a:off x="0" y="0"/>
          <a:ext cx="0" cy="0"/>
          <a:chOff x="0" y="0"/>
          <a:chExt cx="0" cy="0"/>
        </a:xfrm>
      </p:grpSpPr>
      <p:sp>
        <p:nvSpPr>
          <p:cNvPr id="526" name="Google Shape;526;g3006347a72a_0_404"/>
          <p:cNvSpPr/>
          <p:nvPr/>
        </p:nvSpPr>
        <p:spPr>
          <a:xfrm>
            <a:off x="1286920" y="70943"/>
            <a:ext cx="5670300" cy="384000"/>
          </a:xfrm>
          <a:prstGeom prst="snip2DiagRect">
            <a:avLst>
              <a:gd fmla="val 0" name="adj1"/>
              <a:gd fmla="val 16667" name="adj2"/>
            </a:avLst>
          </a:prstGeom>
          <a:gradFill>
            <a:gsLst>
              <a:gs pos="0">
                <a:srgbClr val="0075E5"/>
              </a:gs>
              <a:gs pos="100000">
                <a:srgbClr val="04325F"/>
              </a:gs>
            </a:gsLst>
            <a:path path="circle">
              <a:fillToRect b="50%" l="50%" r="50%" t="50%"/>
            </a:path>
            <a:tileRect/>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527" name="Google Shape;527;g3006347a72a_0_404"/>
          <p:cNvSpPr txBox="1"/>
          <p:nvPr>
            <p:ph type="ctrTitle"/>
          </p:nvPr>
        </p:nvSpPr>
        <p:spPr>
          <a:xfrm>
            <a:off x="2195736" y="-92546"/>
            <a:ext cx="6246900" cy="8268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4400"/>
              <a:buNone/>
            </a:pPr>
            <a:r>
              <a:rPr b="1" lang="fr" sz="2000">
                <a:solidFill>
                  <a:schemeClr val="lt1"/>
                </a:solidFill>
              </a:rPr>
              <a:t>3.     MÉTHODOLOGIE</a:t>
            </a:r>
            <a:endParaRPr b="1" sz="2000">
              <a:solidFill>
                <a:schemeClr val="lt1"/>
              </a:solidFill>
            </a:endParaRPr>
          </a:p>
        </p:txBody>
      </p:sp>
      <p:sp>
        <p:nvSpPr>
          <p:cNvPr id="528" name="Google Shape;528;g3006347a72a_0_404"/>
          <p:cNvSpPr txBox="1"/>
          <p:nvPr/>
        </p:nvSpPr>
        <p:spPr>
          <a:xfrm>
            <a:off x="8404384" y="4749851"/>
            <a:ext cx="548700" cy="393600"/>
          </a:xfrm>
          <a:prstGeom prst="rect">
            <a:avLst/>
          </a:prstGeom>
          <a:noFill/>
          <a:ln>
            <a:noFill/>
          </a:ln>
        </p:spPr>
        <p:txBody>
          <a:bodyPr anchorCtr="0" anchor="t" bIns="91425" lIns="91425" spcFirstLastPara="1" rIns="91425" wrap="square" tIns="91425">
            <a:noAutofit/>
          </a:bodyPr>
          <a:lstStyle/>
          <a:p>
            <a:pPr indent="0" lvl="0" marL="0" marR="0" rtl="0" algn="r">
              <a:lnSpc>
                <a:spcPct val="100000"/>
              </a:lnSpc>
              <a:spcBef>
                <a:spcPts val="0"/>
              </a:spcBef>
              <a:spcAft>
                <a:spcPts val="0"/>
              </a:spcAft>
              <a:buClr>
                <a:srgbClr val="000000"/>
              </a:buClr>
              <a:buSzPts val="1300"/>
              <a:buFont typeface="Arial"/>
              <a:buNone/>
            </a:pPr>
            <a:r>
              <a:rPr b="1" i="0" lang="fr" sz="1300" u="none" cap="none" strike="noStrike">
                <a:solidFill>
                  <a:schemeClr val="accent1"/>
                </a:solidFill>
                <a:latin typeface="Arial"/>
                <a:ea typeface="Arial"/>
                <a:cs typeface="Arial"/>
                <a:sym typeface="Arial"/>
              </a:rPr>
              <a:t>22</a:t>
            </a:r>
            <a:endParaRPr b="0" i="0" sz="1400" u="none" cap="none" strike="noStrike">
              <a:solidFill>
                <a:srgbClr val="000000"/>
              </a:solidFill>
              <a:latin typeface="Arial"/>
              <a:ea typeface="Arial"/>
              <a:cs typeface="Arial"/>
              <a:sym typeface="Arial"/>
            </a:endParaRPr>
          </a:p>
        </p:txBody>
      </p:sp>
      <p:sp>
        <p:nvSpPr>
          <p:cNvPr id="529" name="Google Shape;529;g3006347a72a_0_404"/>
          <p:cNvSpPr txBox="1"/>
          <p:nvPr/>
        </p:nvSpPr>
        <p:spPr>
          <a:xfrm>
            <a:off x="950275" y="734250"/>
            <a:ext cx="8088600" cy="523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100"/>
              <a:buFont typeface="Arial"/>
              <a:buNone/>
            </a:pPr>
            <a:r>
              <a:rPr b="1" i="0" lang="fr" sz="2200" u="none" cap="none" strike="noStrike">
                <a:solidFill>
                  <a:srgbClr val="000000"/>
                </a:solidFill>
                <a:latin typeface="Roboto Slab"/>
                <a:ea typeface="Roboto Slab"/>
                <a:cs typeface="Roboto Slab"/>
                <a:sym typeface="Roboto Slab"/>
              </a:rPr>
              <a:t>Mise en place du modèle GraphSAGE</a:t>
            </a:r>
            <a:endParaRPr b="1" i="0" sz="2200" u="none" cap="none" strike="noStrike">
              <a:solidFill>
                <a:srgbClr val="000000"/>
              </a:solidFill>
              <a:latin typeface="Roboto Slab"/>
              <a:ea typeface="Roboto Slab"/>
              <a:cs typeface="Roboto Slab"/>
              <a:sym typeface="Roboto Slab"/>
            </a:endParaRPr>
          </a:p>
        </p:txBody>
      </p:sp>
      <p:sp>
        <p:nvSpPr>
          <p:cNvPr id="530" name="Google Shape;530;g3006347a72a_0_404"/>
          <p:cNvSpPr txBox="1"/>
          <p:nvPr/>
        </p:nvSpPr>
        <p:spPr>
          <a:xfrm>
            <a:off x="773175" y="1324375"/>
            <a:ext cx="7699800" cy="34254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600"/>
              <a:buFont typeface="Arial"/>
              <a:buNone/>
            </a:pPr>
            <a:r>
              <a:rPr b="1" i="0" lang="fr" sz="1600" u="sng" cap="none" strike="noStrike">
                <a:solidFill>
                  <a:srgbClr val="000000"/>
                </a:solidFill>
                <a:latin typeface="Roboto Slab"/>
                <a:ea typeface="Roboto Slab"/>
                <a:cs typeface="Roboto Slab"/>
                <a:sym typeface="Roboto Slab"/>
              </a:rPr>
              <a:t>Entraînement de GraphSAGE</a:t>
            </a:r>
            <a:endParaRPr b="1" i="0" sz="1600" u="sng" cap="none" strike="noStrike">
              <a:solidFill>
                <a:srgbClr val="000000"/>
              </a:solidFill>
              <a:latin typeface="Roboto Slab"/>
              <a:ea typeface="Roboto Slab"/>
              <a:cs typeface="Roboto Slab"/>
              <a:sym typeface="Roboto Slab"/>
            </a:endParaRPr>
          </a:p>
          <a:p>
            <a:pPr indent="0" lvl="0" marL="0" marR="0" rtl="0" algn="l">
              <a:lnSpc>
                <a:spcPct val="100000"/>
              </a:lnSpc>
              <a:spcBef>
                <a:spcPts val="0"/>
              </a:spcBef>
              <a:spcAft>
                <a:spcPts val="0"/>
              </a:spcAft>
              <a:buClr>
                <a:srgbClr val="000000"/>
              </a:buClr>
              <a:buSzPts val="1600"/>
              <a:buFont typeface="Arial"/>
              <a:buNone/>
            </a:pPr>
            <a:r>
              <a:t/>
            </a:r>
            <a:endParaRPr b="1" i="0" sz="1600" u="sng" cap="none" strike="noStrike">
              <a:solidFill>
                <a:srgbClr val="000000"/>
              </a:solidFill>
              <a:latin typeface="Roboto Slab"/>
              <a:ea typeface="Roboto Slab"/>
              <a:cs typeface="Roboto Slab"/>
              <a:sym typeface="Roboto Slab"/>
            </a:endParaRPr>
          </a:p>
          <a:p>
            <a:pPr indent="0" lvl="0" marL="0" marR="0" rtl="0" algn="l">
              <a:lnSpc>
                <a:spcPct val="100000"/>
              </a:lnSpc>
              <a:spcBef>
                <a:spcPts val="0"/>
              </a:spcBef>
              <a:spcAft>
                <a:spcPts val="0"/>
              </a:spcAft>
              <a:buClr>
                <a:srgbClr val="000000"/>
              </a:buClr>
              <a:buSzPts val="1600"/>
              <a:buFont typeface="Arial"/>
              <a:buNone/>
            </a:pPr>
            <a:r>
              <a:t/>
            </a:r>
            <a:endParaRPr b="1" i="0" sz="1600" u="sng" cap="none" strike="noStrike">
              <a:solidFill>
                <a:srgbClr val="000000"/>
              </a:solidFill>
              <a:latin typeface="Roboto Slab"/>
              <a:ea typeface="Roboto Slab"/>
              <a:cs typeface="Roboto Slab"/>
              <a:sym typeface="Roboto Slab"/>
            </a:endParaRPr>
          </a:p>
        </p:txBody>
      </p:sp>
      <p:pic>
        <p:nvPicPr>
          <p:cNvPr id="531" name="Google Shape;531;g3006347a72a_0_404"/>
          <p:cNvPicPr preferRelativeResize="0"/>
          <p:nvPr/>
        </p:nvPicPr>
        <p:blipFill rotWithShape="1">
          <a:blip r:embed="rId3">
            <a:alphaModFix/>
          </a:blip>
          <a:srcRect b="0" l="0" r="0" t="0"/>
          <a:stretch/>
        </p:blipFill>
        <p:spPr>
          <a:xfrm>
            <a:off x="1444300" y="1852875"/>
            <a:ext cx="6365550" cy="3265275"/>
          </a:xfrm>
          <a:prstGeom prst="rect">
            <a:avLst/>
          </a:prstGeom>
          <a:noFill/>
          <a:ln>
            <a:noFill/>
          </a:ln>
        </p:spPr>
      </p:pic>
    </p:spTree>
  </p:cSld>
  <p:clrMapOvr>
    <a:masterClrMapping/>
  </p:clrMapOvr>
  <p:transition spd="med">
    <p:fade thruBlk="1"/>
  </p:transition>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5" name="Shape 535"/>
        <p:cNvGrpSpPr/>
        <p:nvPr/>
      </p:nvGrpSpPr>
      <p:grpSpPr>
        <a:xfrm>
          <a:off x="0" y="0"/>
          <a:ext cx="0" cy="0"/>
          <a:chOff x="0" y="0"/>
          <a:chExt cx="0" cy="0"/>
        </a:xfrm>
      </p:grpSpPr>
      <p:sp>
        <p:nvSpPr>
          <p:cNvPr id="536" name="Google Shape;536;g3006347a72a_0_416"/>
          <p:cNvSpPr/>
          <p:nvPr/>
        </p:nvSpPr>
        <p:spPr>
          <a:xfrm>
            <a:off x="1286920" y="70943"/>
            <a:ext cx="5670300" cy="384000"/>
          </a:xfrm>
          <a:prstGeom prst="snip2DiagRect">
            <a:avLst>
              <a:gd fmla="val 0" name="adj1"/>
              <a:gd fmla="val 16667" name="adj2"/>
            </a:avLst>
          </a:prstGeom>
          <a:gradFill>
            <a:gsLst>
              <a:gs pos="0">
                <a:srgbClr val="0075E5"/>
              </a:gs>
              <a:gs pos="100000">
                <a:srgbClr val="04325F"/>
              </a:gs>
            </a:gsLst>
            <a:path path="circle">
              <a:fillToRect b="50%" l="50%" r="50%" t="50%"/>
            </a:path>
            <a:tileRect/>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537" name="Google Shape;537;g3006347a72a_0_416"/>
          <p:cNvSpPr txBox="1"/>
          <p:nvPr>
            <p:ph type="ctrTitle"/>
          </p:nvPr>
        </p:nvSpPr>
        <p:spPr>
          <a:xfrm>
            <a:off x="2195736" y="-92546"/>
            <a:ext cx="6246900" cy="8268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4400"/>
              <a:buNone/>
            </a:pPr>
            <a:r>
              <a:rPr b="1" lang="fr" sz="2000">
                <a:solidFill>
                  <a:schemeClr val="lt1"/>
                </a:solidFill>
              </a:rPr>
              <a:t>3.     MÉTHODOLOGIE</a:t>
            </a:r>
            <a:endParaRPr b="1" sz="2000">
              <a:solidFill>
                <a:schemeClr val="lt1"/>
              </a:solidFill>
            </a:endParaRPr>
          </a:p>
        </p:txBody>
      </p:sp>
      <p:sp>
        <p:nvSpPr>
          <p:cNvPr id="538" name="Google Shape;538;g3006347a72a_0_416"/>
          <p:cNvSpPr txBox="1"/>
          <p:nvPr/>
        </p:nvSpPr>
        <p:spPr>
          <a:xfrm>
            <a:off x="8404384" y="4749851"/>
            <a:ext cx="548700" cy="393600"/>
          </a:xfrm>
          <a:prstGeom prst="rect">
            <a:avLst/>
          </a:prstGeom>
          <a:noFill/>
          <a:ln>
            <a:noFill/>
          </a:ln>
        </p:spPr>
        <p:txBody>
          <a:bodyPr anchorCtr="0" anchor="t" bIns="91425" lIns="91425" spcFirstLastPara="1" rIns="91425" wrap="square" tIns="91425">
            <a:noAutofit/>
          </a:bodyPr>
          <a:lstStyle/>
          <a:p>
            <a:pPr indent="0" lvl="0" marL="0" marR="0" rtl="0" algn="r">
              <a:lnSpc>
                <a:spcPct val="100000"/>
              </a:lnSpc>
              <a:spcBef>
                <a:spcPts val="0"/>
              </a:spcBef>
              <a:spcAft>
                <a:spcPts val="0"/>
              </a:spcAft>
              <a:buClr>
                <a:srgbClr val="000000"/>
              </a:buClr>
              <a:buSzPts val="1300"/>
              <a:buFont typeface="Arial"/>
              <a:buNone/>
            </a:pPr>
            <a:r>
              <a:rPr b="1" i="0" lang="fr" sz="1300" u="none" cap="none" strike="noStrike">
                <a:solidFill>
                  <a:schemeClr val="accent1"/>
                </a:solidFill>
                <a:latin typeface="Arial"/>
                <a:ea typeface="Arial"/>
                <a:cs typeface="Arial"/>
                <a:sym typeface="Arial"/>
              </a:rPr>
              <a:t>22</a:t>
            </a:r>
            <a:endParaRPr b="0" i="0" sz="1400" u="none" cap="none" strike="noStrike">
              <a:solidFill>
                <a:srgbClr val="000000"/>
              </a:solidFill>
              <a:latin typeface="Arial"/>
              <a:ea typeface="Arial"/>
              <a:cs typeface="Arial"/>
              <a:sym typeface="Arial"/>
            </a:endParaRPr>
          </a:p>
        </p:txBody>
      </p:sp>
      <p:sp>
        <p:nvSpPr>
          <p:cNvPr id="539" name="Google Shape;539;g3006347a72a_0_416"/>
          <p:cNvSpPr txBox="1"/>
          <p:nvPr/>
        </p:nvSpPr>
        <p:spPr>
          <a:xfrm>
            <a:off x="950275" y="734250"/>
            <a:ext cx="8088600" cy="523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100"/>
              <a:buFont typeface="Arial"/>
              <a:buNone/>
            </a:pPr>
            <a:r>
              <a:rPr b="1" i="0" lang="fr" sz="2200" u="none" cap="none" strike="noStrike">
                <a:solidFill>
                  <a:srgbClr val="000000"/>
                </a:solidFill>
                <a:latin typeface="Roboto Slab"/>
                <a:ea typeface="Roboto Slab"/>
                <a:cs typeface="Roboto Slab"/>
                <a:sym typeface="Roboto Slab"/>
              </a:rPr>
              <a:t>Description de l’évaluation</a:t>
            </a:r>
            <a:endParaRPr b="1" i="0" sz="2200" u="none" cap="none" strike="noStrike">
              <a:solidFill>
                <a:srgbClr val="000000"/>
              </a:solidFill>
              <a:latin typeface="Roboto Slab"/>
              <a:ea typeface="Roboto Slab"/>
              <a:cs typeface="Roboto Slab"/>
              <a:sym typeface="Roboto Slab"/>
            </a:endParaRPr>
          </a:p>
        </p:txBody>
      </p:sp>
      <p:sp>
        <p:nvSpPr>
          <p:cNvPr id="540" name="Google Shape;540;g3006347a72a_0_416"/>
          <p:cNvSpPr txBox="1"/>
          <p:nvPr/>
        </p:nvSpPr>
        <p:spPr>
          <a:xfrm>
            <a:off x="773175" y="1324375"/>
            <a:ext cx="7699800" cy="34254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Roboto Slab"/>
              <a:ea typeface="Roboto Slab"/>
              <a:cs typeface="Roboto Slab"/>
              <a:sym typeface="Roboto Slab"/>
            </a:endParaRPr>
          </a:p>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Roboto Slab"/>
              <a:ea typeface="Roboto Slab"/>
              <a:cs typeface="Roboto Slab"/>
              <a:sym typeface="Roboto Slab"/>
            </a:endParaRPr>
          </a:p>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Roboto Slab"/>
              <a:ea typeface="Roboto Slab"/>
              <a:cs typeface="Roboto Slab"/>
              <a:sym typeface="Roboto Slab"/>
            </a:endParaRPr>
          </a:p>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Roboto Slab"/>
              <a:ea typeface="Roboto Slab"/>
              <a:cs typeface="Roboto Slab"/>
              <a:sym typeface="Roboto Slab"/>
            </a:endParaRPr>
          </a:p>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Roboto Slab"/>
              <a:ea typeface="Roboto Slab"/>
              <a:cs typeface="Roboto Slab"/>
              <a:sym typeface="Roboto Slab"/>
            </a:endParaRPr>
          </a:p>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Roboto Slab"/>
              <a:ea typeface="Roboto Slab"/>
              <a:cs typeface="Roboto Slab"/>
              <a:sym typeface="Roboto Slab"/>
            </a:endParaRPr>
          </a:p>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Roboto Slab"/>
              <a:ea typeface="Roboto Slab"/>
              <a:cs typeface="Roboto Slab"/>
              <a:sym typeface="Roboto Slab"/>
            </a:endParaRPr>
          </a:p>
          <a:p>
            <a:pPr indent="0" lvl="0" marL="0" marR="0" rtl="0" algn="l">
              <a:lnSpc>
                <a:spcPct val="100000"/>
              </a:lnSpc>
              <a:spcBef>
                <a:spcPts val="0"/>
              </a:spcBef>
              <a:spcAft>
                <a:spcPts val="0"/>
              </a:spcAft>
              <a:buClr>
                <a:srgbClr val="000000"/>
              </a:buClr>
              <a:buSzPts val="1600"/>
              <a:buFont typeface="Arial"/>
              <a:buNone/>
            </a:pPr>
            <a:r>
              <a:rPr b="0" i="0" lang="fr" sz="1600" u="none" cap="none" strike="noStrike">
                <a:solidFill>
                  <a:srgbClr val="000000"/>
                </a:solidFill>
                <a:latin typeface="Roboto Slab"/>
                <a:ea typeface="Roboto Slab"/>
                <a:cs typeface="Roboto Slab"/>
                <a:sym typeface="Roboto Slab"/>
              </a:rPr>
              <a:t>Avec :</a:t>
            </a:r>
            <a:endParaRPr b="0" i="0" sz="1600" u="none" cap="none" strike="noStrike">
              <a:solidFill>
                <a:srgbClr val="000000"/>
              </a:solidFill>
              <a:latin typeface="Roboto Slab"/>
              <a:ea typeface="Roboto Slab"/>
              <a:cs typeface="Roboto Slab"/>
              <a:sym typeface="Roboto Slab"/>
            </a:endParaRPr>
          </a:p>
          <a:p>
            <a:pPr indent="0" lvl="0" marL="0" marR="0" rtl="0" algn="l">
              <a:lnSpc>
                <a:spcPct val="100000"/>
              </a:lnSpc>
              <a:spcBef>
                <a:spcPts val="0"/>
              </a:spcBef>
              <a:spcAft>
                <a:spcPts val="0"/>
              </a:spcAft>
              <a:buClr>
                <a:srgbClr val="000000"/>
              </a:buClr>
              <a:buSzPts val="1600"/>
              <a:buFont typeface="Arial"/>
              <a:buNone/>
            </a:pPr>
            <a:r>
              <a:rPr b="0" i="0" lang="fr" sz="1600" u="none" cap="none" strike="noStrike">
                <a:solidFill>
                  <a:srgbClr val="000000"/>
                </a:solidFill>
                <a:latin typeface="Roboto Slab"/>
                <a:ea typeface="Roboto Slab"/>
                <a:cs typeface="Roboto Slab"/>
                <a:sym typeface="Roboto Slab"/>
              </a:rPr>
              <a:t>—</a:t>
            </a:r>
            <a:r>
              <a:rPr b="1" i="0" lang="fr" sz="1600" u="none" cap="none" strike="noStrike">
                <a:solidFill>
                  <a:srgbClr val="000000"/>
                </a:solidFill>
                <a:latin typeface="Roboto Slab"/>
                <a:ea typeface="Roboto Slab"/>
                <a:cs typeface="Roboto Slab"/>
                <a:sym typeface="Roboto Slab"/>
              </a:rPr>
              <a:t> S</a:t>
            </a:r>
            <a:r>
              <a:rPr b="0" i="0" lang="fr" sz="1600" u="none" cap="none" strike="noStrike">
                <a:solidFill>
                  <a:srgbClr val="000000"/>
                </a:solidFill>
                <a:latin typeface="Roboto Slab"/>
                <a:ea typeface="Roboto Slab"/>
                <a:cs typeface="Roboto Slab"/>
                <a:sym typeface="Roboto Slab"/>
              </a:rPr>
              <a:t> est le nombre de substitutions.</a:t>
            </a:r>
            <a:endParaRPr b="0" i="0" sz="1600" u="none" cap="none" strike="noStrike">
              <a:solidFill>
                <a:srgbClr val="000000"/>
              </a:solidFill>
              <a:latin typeface="Roboto Slab"/>
              <a:ea typeface="Roboto Slab"/>
              <a:cs typeface="Roboto Slab"/>
              <a:sym typeface="Roboto Slab"/>
            </a:endParaRPr>
          </a:p>
          <a:p>
            <a:pPr indent="0" lvl="0" marL="0" marR="0" rtl="0" algn="l">
              <a:lnSpc>
                <a:spcPct val="100000"/>
              </a:lnSpc>
              <a:spcBef>
                <a:spcPts val="0"/>
              </a:spcBef>
              <a:spcAft>
                <a:spcPts val="0"/>
              </a:spcAft>
              <a:buClr>
                <a:srgbClr val="000000"/>
              </a:buClr>
              <a:buSzPts val="1600"/>
              <a:buFont typeface="Arial"/>
              <a:buNone/>
            </a:pPr>
            <a:r>
              <a:rPr b="0" i="0" lang="fr" sz="1600" u="none" cap="none" strike="noStrike">
                <a:solidFill>
                  <a:srgbClr val="000000"/>
                </a:solidFill>
                <a:latin typeface="Roboto Slab"/>
                <a:ea typeface="Roboto Slab"/>
                <a:cs typeface="Roboto Slab"/>
                <a:sym typeface="Roboto Slab"/>
              </a:rPr>
              <a:t>— </a:t>
            </a:r>
            <a:r>
              <a:rPr b="1" i="0" lang="fr" sz="1600" u="none" cap="none" strike="noStrike">
                <a:solidFill>
                  <a:srgbClr val="000000"/>
                </a:solidFill>
                <a:latin typeface="Roboto Slab"/>
                <a:ea typeface="Roboto Slab"/>
                <a:cs typeface="Roboto Slab"/>
                <a:sym typeface="Roboto Slab"/>
              </a:rPr>
              <a:t>D</a:t>
            </a:r>
            <a:r>
              <a:rPr b="0" i="0" lang="fr" sz="1600" u="none" cap="none" strike="noStrike">
                <a:solidFill>
                  <a:srgbClr val="000000"/>
                </a:solidFill>
                <a:latin typeface="Roboto Slab"/>
                <a:ea typeface="Roboto Slab"/>
                <a:cs typeface="Roboto Slab"/>
                <a:sym typeface="Roboto Slab"/>
              </a:rPr>
              <a:t> est le nombre de suppressions.</a:t>
            </a:r>
            <a:endParaRPr b="0" i="0" sz="1600" u="none" cap="none" strike="noStrike">
              <a:solidFill>
                <a:srgbClr val="000000"/>
              </a:solidFill>
              <a:latin typeface="Roboto Slab"/>
              <a:ea typeface="Roboto Slab"/>
              <a:cs typeface="Roboto Slab"/>
              <a:sym typeface="Roboto Slab"/>
            </a:endParaRPr>
          </a:p>
          <a:p>
            <a:pPr indent="0" lvl="0" marL="0" marR="0" rtl="0" algn="l">
              <a:lnSpc>
                <a:spcPct val="100000"/>
              </a:lnSpc>
              <a:spcBef>
                <a:spcPts val="0"/>
              </a:spcBef>
              <a:spcAft>
                <a:spcPts val="0"/>
              </a:spcAft>
              <a:buClr>
                <a:srgbClr val="000000"/>
              </a:buClr>
              <a:buSzPts val="1600"/>
              <a:buFont typeface="Arial"/>
              <a:buNone/>
            </a:pPr>
            <a:r>
              <a:rPr b="0" i="0" lang="fr" sz="1600" u="none" cap="none" strike="noStrike">
                <a:solidFill>
                  <a:srgbClr val="000000"/>
                </a:solidFill>
                <a:latin typeface="Roboto Slab"/>
                <a:ea typeface="Roboto Slab"/>
                <a:cs typeface="Roboto Slab"/>
                <a:sym typeface="Roboto Slab"/>
              </a:rPr>
              <a:t>— </a:t>
            </a:r>
            <a:r>
              <a:rPr b="1" i="0" lang="fr" sz="1600" u="none" cap="none" strike="noStrike">
                <a:solidFill>
                  <a:srgbClr val="000000"/>
                </a:solidFill>
                <a:latin typeface="Roboto Slab"/>
                <a:ea typeface="Roboto Slab"/>
                <a:cs typeface="Roboto Slab"/>
                <a:sym typeface="Roboto Slab"/>
              </a:rPr>
              <a:t>I</a:t>
            </a:r>
            <a:r>
              <a:rPr b="0" i="0" lang="fr" sz="1600" u="none" cap="none" strike="noStrike">
                <a:solidFill>
                  <a:srgbClr val="000000"/>
                </a:solidFill>
                <a:latin typeface="Roboto Slab"/>
                <a:ea typeface="Roboto Slab"/>
                <a:cs typeface="Roboto Slab"/>
                <a:sym typeface="Roboto Slab"/>
              </a:rPr>
              <a:t> est le nombre d’insertions.</a:t>
            </a:r>
            <a:endParaRPr b="0" i="0" sz="1600" u="none" cap="none" strike="noStrike">
              <a:solidFill>
                <a:srgbClr val="000000"/>
              </a:solidFill>
              <a:latin typeface="Roboto Slab"/>
              <a:ea typeface="Roboto Slab"/>
              <a:cs typeface="Roboto Slab"/>
              <a:sym typeface="Roboto Slab"/>
            </a:endParaRPr>
          </a:p>
          <a:p>
            <a:pPr indent="0" lvl="0" marL="0" marR="0" rtl="0" algn="l">
              <a:lnSpc>
                <a:spcPct val="100000"/>
              </a:lnSpc>
              <a:spcBef>
                <a:spcPts val="0"/>
              </a:spcBef>
              <a:spcAft>
                <a:spcPts val="0"/>
              </a:spcAft>
              <a:buClr>
                <a:srgbClr val="000000"/>
              </a:buClr>
              <a:buSzPts val="1600"/>
              <a:buFont typeface="Arial"/>
              <a:buNone/>
            </a:pPr>
            <a:r>
              <a:rPr b="0" i="0" lang="fr" sz="1600" u="none" cap="none" strike="noStrike">
                <a:solidFill>
                  <a:srgbClr val="000000"/>
                </a:solidFill>
                <a:latin typeface="Roboto Slab"/>
                <a:ea typeface="Roboto Slab"/>
                <a:cs typeface="Roboto Slab"/>
                <a:sym typeface="Roboto Slab"/>
              </a:rPr>
              <a:t>— </a:t>
            </a:r>
            <a:r>
              <a:rPr b="1" i="0" lang="fr" sz="1600" u="none" cap="none" strike="noStrike">
                <a:solidFill>
                  <a:srgbClr val="000000"/>
                </a:solidFill>
                <a:latin typeface="Roboto Slab"/>
                <a:ea typeface="Roboto Slab"/>
                <a:cs typeface="Roboto Slab"/>
                <a:sym typeface="Roboto Slab"/>
              </a:rPr>
              <a:t>N</a:t>
            </a:r>
            <a:r>
              <a:rPr b="0" i="0" lang="fr" sz="1600" u="none" cap="none" strike="noStrike">
                <a:solidFill>
                  <a:srgbClr val="000000"/>
                </a:solidFill>
                <a:latin typeface="Roboto Slab"/>
                <a:ea typeface="Roboto Slab"/>
                <a:cs typeface="Roboto Slab"/>
                <a:sym typeface="Roboto Slab"/>
              </a:rPr>
              <a:t> est le nombre total de mots dans la référence.</a:t>
            </a:r>
            <a:endParaRPr b="0" i="0" sz="1600" u="none" cap="none" strike="noStrike">
              <a:solidFill>
                <a:srgbClr val="000000"/>
              </a:solidFill>
              <a:latin typeface="Roboto Slab"/>
              <a:ea typeface="Roboto Slab"/>
              <a:cs typeface="Roboto Slab"/>
              <a:sym typeface="Roboto Slab"/>
            </a:endParaRPr>
          </a:p>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Roboto Slab"/>
              <a:ea typeface="Roboto Slab"/>
              <a:cs typeface="Roboto Slab"/>
              <a:sym typeface="Roboto Slab"/>
            </a:endParaRPr>
          </a:p>
        </p:txBody>
      </p:sp>
      <p:pic>
        <p:nvPicPr>
          <p:cNvPr id="541" name="Google Shape;541;g3006347a72a_0_416"/>
          <p:cNvPicPr preferRelativeResize="0"/>
          <p:nvPr/>
        </p:nvPicPr>
        <p:blipFill rotWithShape="1">
          <a:blip r:embed="rId3">
            <a:alphaModFix/>
          </a:blip>
          <a:srcRect b="0" l="0" r="0" t="0"/>
          <a:stretch/>
        </p:blipFill>
        <p:spPr>
          <a:xfrm>
            <a:off x="1173530" y="1802805"/>
            <a:ext cx="4919650" cy="1085800"/>
          </a:xfrm>
          <a:prstGeom prst="rect">
            <a:avLst/>
          </a:prstGeom>
          <a:noFill/>
          <a:ln>
            <a:noFill/>
          </a:ln>
        </p:spPr>
      </p:pic>
    </p:spTree>
  </p:cSld>
  <p:clrMapOvr>
    <a:masterClrMapping/>
  </p:clrMapOvr>
  <p:transition spd="med">
    <p:fade thruBlk="1"/>
  </p:transition>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5" name="Shape 545"/>
        <p:cNvGrpSpPr/>
        <p:nvPr/>
      </p:nvGrpSpPr>
      <p:grpSpPr>
        <a:xfrm>
          <a:off x="0" y="0"/>
          <a:ext cx="0" cy="0"/>
          <a:chOff x="0" y="0"/>
          <a:chExt cx="0" cy="0"/>
        </a:xfrm>
      </p:grpSpPr>
      <p:sp>
        <p:nvSpPr>
          <p:cNvPr id="546" name="Google Shape;546;p37"/>
          <p:cNvSpPr/>
          <p:nvPr/>
        </p:nvSpPr>
        <p:spPr>
          <a:xfrm>
            <a:off x="899592" y="2355726"/>
            <a:ext cx="6984776" cy="732381"/>
          </a:xfrm>
          <a:prstGeom prst="snip2DiagRect">
            <a:avLst>
              <a:gd fmla="val 0" name="adj1"/>
              <a:gd fmla="val 16667" name="adj2"/>
            </a:avLst>
          </a:prstGeom>
          <a:gradFill>
            <a:gsLst>
              <a:gs pos="0">
                <a:srgbClr val="0075E5"/>
              </a:gs>
              <a:gs pos="100000">
                <a:srgbClr val="04325F"/>
              </a:gs>
            </a:gsLst>
            <a:path path="circle">
              <a:fillToRect b="50%" l="50%" r="50%" t="50%"/>
            </a:path>
            <a:tileRect/>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547" name="Google Shape;547;p37"/>
          <p:cNvSpPr txBox="1"/>
          <p:nvPr>
            <p:ph type="ctrTitle"/>
          </p:nvPr>
        </p:nvSpPr>
        <p:spPr>
          <a:xfrm>
            <a:off x="1619672" y="2147811"/>
            <a:ext cx="5832600" cy="774900"/>
          </a:xfrm>
          <a:prstGeom prst="rect">
            <a:avLst/>
          </a:prstGeom>
          <a:noFill/>
          <a:ln>
            <a:noFill/>
          </a:ln>
        </p:spPr>
        <p:txBody>
          <a:bodyPr anchorCtr="0" anchor="b" bIns="91425" lIns="91425" spcFirstLastPara="1" rIns="91425" wrap="square" tIns="91425">
            <a:noAutofit/>
          </a:bodyPr>
          <a:lstStyle/>
          <a:p>
            <a:pPr indent="0" lvl="0" marL="0" rtl="0" algn="l">
              <a:lnSpc>
                <a:spcPct val="100000"/>
              </a:lnSpc>
              <a:spcBef>
                <a:spcPts val="0"/>
              </a:spcBef>
              <a:spcAft>
                <a:spcPts val="0"/>
              </a:spcAft>
              <a:buSzPts val="4400"/>
              <a:buNone/>
            </a:pPr>
            <a:r>
              <a:t/>
            </a:r>
            <a:endParaRPr sz="5200">
              <a:solidFill>
                <a:schemeClr val="accent4"/>
              </a:solidFill>
            </a:endParaRPr>
          </a:p>
          <a:p>
            <a:pPr indent="0" lvl="0" marL="0" rtl="0" algn="l">
              <a:lnSpc>
                <a:spcPct val="100000"/>
              </a:lnSpc>
              <a:spcBef>
                <a:spcPts val="0"/>
              </a:spcBef>
              <a:spcAft>
                <a:spcPts val="0"/>
              </a:spcAft>
              <a:buSzPts val="4400"/>
              <a:buNone/>
            </a:pPr>
            <a:r>
              <a:rPr lang="fr" sz="2000">
                <a:solidFill>
                  <a:schemeClr val="lt1"/>
                </a:solidFill>
              </a:rPr>
              <a:t>4.            EXPÉRIMENTATIONS ET RÉSULTATS</a:t>
            </a:r>
            <a:endParaRPr sz="2000">
              <a:solidFill>
                <a:schemeClr val="lt1"/>
              </a:solidFill>
            </a:endParaRPr>
          </a:p>
        </p:txBody>
      </p:sp>
      <p:sp>
        <p:nvSpPr>
          <p:cNvPr id="548" name="Google Shape;548;p37"/>
          <p:cNvSpPr txBox="1"/>
          <p:nvPr>
            <p:ph idx="4294967295" type="sldNum"/>
          </p:nvPr>
        </p:nvSpPr>
        <p:spPr>
          <a:xfrm>
            <a:off x="8594725" y="4749800"/>
            <a:ext cx="549275" cy="3937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1300"/>
              <a:buNone/>
            </a:pPr>
            <a:fld id="{00000000-1234-1234-1234-123412341234}" type="slidenum">
              <a:rPr lang="fr"/>
              <a:t>‹#›</a:t>
            </a:fld>
            <a:endParaRPr/>
          </a:p>
        </p:txBody>
      </p:sp>
    </p:spTree>
  </p:cSld>
  <p:clrMapOvr>
    <a:masterClrMapping/>
  </p:clrMapOvr>
  <p:transition>
    <p:fade thruBlk="1"/>
  </p:transition>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2" name="Shape 552"/>
        <p:cNvGrpSpPr/>
        <p:nvPr/>
      </p:nvGrpSpPr>
      <p:grpSpPr>
        <a:xfrm>
          <a:off x="0" y="0"/>
          <a:ext cx="0" cy="0"/>
          <a:chOff x="0" y="0"/>
          <a:chExt cx="0" cy="0"/>
        </a:xfrm>
      </p:grpSpPr>
      <p:sp>
        <p:nvSpPr>
          <p:cNvPr id="553" name="Google Shape;553;g2d33b3c898e_0_102"/>
          <p:cNvSpPr/>
          <p:nvPr/>
        </p:nvSpPr>
        <p:spPr>
          <a:xfrm>
            <a:off x="1286920" y="70943"/>
            <a:ext cx="5670300" cy="384000"/>
          </a:xfrm>
          <a:prstGeom prst="snip2DiagRect">
            <a:avLst>
              <a:gd fmla="val 0" name="adj1"/>
              <a:gd fmla="val 16667" name="adj2"/>
            </a:avLst>
          </a:prstGeom>
          <a:gradFill>
            <a:gsLst>
              <a:gs pos="0">
                <a:srgbClr val="0075E5"/>
              </a:gs>
              <a:gs pos="100000">
                <a:srgbClr val="04325F"/>
              </a:gs>
            </a:gsLst>
            <a:path path="circle">
              <a:fillToRect b="50%" l="50%" r="50%" t="50%"/>
            </a:path>
            <a:tileRect/>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554" name="Google Shape;554;g2d33b3c898e_0_102"/>
          <p:cNvSpPr txBox="1"/>
          <p:nvPr>
            <p:ph type="ctrTitle"/>
          </p:nvPr>
        </p:nvSpPr>
        <p:spPr>
          <a:xfrm>
            <a:off x="1395486" y="147154"/>
            <a:ext cx="6246900" cy="8268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4400"/>
              <a:buNone/>
            </a:pPr>
            <a:r>
              <a:rPr lang="fr" sz="2000">
                <a:solidFill>
                  <a:schemeClr val="lt1"/>
                </a:solidFill>
              </a:rPr>
              <a:t>4</a:t>
            </a:r>
            <a:r>
              <a:rPr b="1" lang="fr" sz="2000">
                <a:solidFill>
                  <a:schemeClr val="lt1"/>
                </a:solidFill>
              </a:rPr>
              <a:t>.     </a:t>
            </a:r>
            <a:r>
              <a:rPr lang="fr" sz="2000">
                <a:solidFill>
                  <a:schemeClr val="lt1"/>
                </a:solidFill>
              </a:rPr>
              <a:t>EXPÉRIMENTATIONS ET RÉSULTATS</a:t>
            </a:r>
            <a:endParaRPr sz="2000">
              <a:solidFill>
                <a:schemeClr val="lt1"/>
              </a:solidFill>
            </a:endParaRPr>
          </a:p>
          <a:p>
            <a:pPr indent="0" lvl="0" marL="0" rtl="0" algn="l">
              <a:lnSpc>
                <a:spcPct val="100000"/>
              </a:lnSpc>
              <a:spcBef>
                <a:spcPts val="0"/>
              </a:spcBef>
              <a:spcAft>
                <a:spcPts val="0"/>
              </a:spcAft>
              <a:buSzPts val="4400"/>
              <a:buNone/>
            </a:pPr>
            <a:r>
              <a:t/>
            </a:r>
            <a:endParaRPr sz="2000">
              <a:solidFill>
                <a:schemeClr val="lt1"/>
              </a:solidFill>
            </a:endParaRPr>
          </a:p>
          <a:p>
            <a:pPr indent="0" lvl="0" marL="0" rtl="0" algn="l">
              <a:lnSpc>
                <a:spcPct val="100000"/>
              </a:lnSpc>
              <a:spcBef>
                <a:spcPts val="0"/>
              </a:spcBef>
              <a:spcAft>
                <a:spcPts val="0"/>
              </a:spcAft>
              <a:buSzPts val="4400"/>
              <a:buNone/>
            </a:pPr>
            <a:r>
              <a:t/>
            </a:r>
            <a:endParaRPr sz="2000">
              <a:solidFill>
                <a:schemeClr val="lt1"/>
              </a:solidFill>
            </a:endParaRPr>
          </a:p>
        </p:txBody>
      </p:sp>
      <p:sp>
        <p:nvSpPr>
          <p:cNvPr id="555" name="Google Shape;555;g2d33b3c898e_0_102"/>
          <p:cNvSpPr txBox="1"/>
          <p:nvPr/>
        </p:nvSpPr>
        <p:spPr>
          <a:xfrm>
            <a:off x="8404384" y="4749851"/>
            <a:ext cx="548700" cy="393600"/>
          </a:xfrm>
          <a:prstGeom prst="rect">
            <a:avLst/>
          </a:prstGeom>
          <a:noFill/>
          <a:ln>
            <a:noFill/>
          </a:ln>
        </p:spPr>
        <p:txBody>
          <a:bodyPr anchorCtr="0" anchor="t" bIns="91425" lIns="91425" spcFirstLastPara="1" rIns="91425" wrap="square" tIns="91425">
            <a:noAutofit/>
          </a:bodyPr>
          <a:lstStyle/>
          <a:p>
            <a:pPr indent="0" lvl="0" marL="0" marR="0" rtl="0" algn="r">
              <a:lnSpc>
                <a:spcPct val="100000"/>
              </a:lnSpc>
              <a:spcBef>
                <a:spcPts val="0"/>
              </a:spcBef>
              <a:spcAft>
                <a:spcPts val="0"/>
              </a:spcAft>
              <a:buClr>
                <a:srgbClr val="000000"/>
              </a:buClr>
              <a:buSzPts val="1300"/>
              <a:buFont typeface="Arial"/>
              <a:buNone/>
            </a:pPr>
            <a:r>
              <a:rPr b="1" i="0" lang="fr" sz="1300" u="none" cap="none" strike="noStrike">
                <a:solidFill>
                  <a:schemeClr val="accent1"/>
                </a:solidFill>
                <a:latin typeface="Arial"/>
                <a:ea typeface="Arial"/>
                <a:cs typeface="Arial"/>
                <a:sym typeface="Arial"/>
              </a:rPr>
              <a:t>22</a:t>
            </a:r>
            <a:endParaRPr b="0" i="0" sz="1400" u="none" cap="none" strike="noStrike">
              <a:solidFill>
                <a:srgbClr val="000000"/>
              </a:solidFill>
              <a:latin typeface="Arial"/>
              <a:ea typeface="Arial"/>
              <a:cs typeface="Arial"/>
              <a:sym typeface="Arial"/>
            </a:endParaRPr>
          </a:p>
        </p:txBody>
      </p:sp>
      <p:sp>
        <p:nvSpPr>
          <p:cNvPr id="556" name="Google Shape;556;g2d33b3c898e_0_102"/>
          <p:cNvSpPr txBox="1"/>
          <p:nvPr/>
        </p:nvSpPr>
        <p:spPr>
          <a:xfrm>
            <a:off x="950275" y="734250"/>
            <a:ext cx="8088600" cy="477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900"/>
              <a:buFont typeface="Arial"/>
              <a:buNone/>
            </a:pPr>
            <a:r>
              <a:rPr b="1" i="0" lang="fr" sz="1900" u="none" cap="none" strike="noStrike">
                <a:solidFill>
                  <a:srgbClr val="000000"/>
                </a:solidFill>
                <a:latin typeface="Roboto Slab"/>
                <a:ea typeface="Roboto Slab"/>
                <a:cs typeface="Roboto Slab"/>
                <a:sym typeface="Roboto Slab"/>
              </a:rPr>
              <a:t>Présentation du jeu de données</a:t>
            </a:r>
            <a:endParaRPr b="1" i="0" sz="2500" u="none" cap="none" strike="noStrike">
              <a:solidFill>
                <a:srgbClr val="000000"/>
              </a:solidFill>
              <a:latin typeface="Roboto Slab"/>
              <a:ea typeface="Roboto Slab"/>
              <a:cs typeface="Roboto Slab"/>
              <a:sym typeface="Roboto Slab"/>
            </a:endParaRPr>
          </a:p>
        </p:txBody>
      </p:sp>
      <p:sp>
        <p:nvSpPr>
          <p:cNvPr id="557" name="Google Shape;557;g2d33b3c898e_0_102"/>
          <p:cNvSpPr txBox="1"/>
          <p:nvPr/>
        </p:nvSpPr>
        <p:spPr>
          <a:xfrm>
            <a:off x="773175" y="1324375"/>
            <a:ext cx="7699800" cy="34254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Roboto Slab"/>
              <a:ea typeface="Roboto Slab"/>
              <a:cs typeface="Roboto Slab"/>
              <a:sym typeface="Roboto Slab"/>
            </a:endParaRPr>
          </a:p>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Roboto Slab"/>
              <a:ea typeface="Roboto Slab"/>
              <a:cs typeface="Roboto Slab"/>
              <a:sym typeface="Roboto Slab"/>
            </a:endParaRPr>
          </a:p>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Roboto Slab"/>
              <a:ea typeface="Roboto Slab"/>
              <a:cs typeface="Roboto Slab"/>
              <a:sym typeface="Roboto Slab"/>
            </a:endParaRPr>
          </a:p>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Roboto Slab"/>
              <a:ea typeface="Roboto Slab"/>
              <a:cs typeface="Roboto Slab"/>
              <a:sym typeface="Roboto Slab"/>
            </a:endParaRPr>
          </a:p>
        </p:txBody>
      </p:sp>
      <p:sp>
        <p:nvSpPr>
          <p:cNvPr id="558" name="Google Shape;558;g2d33b3c898e_0_102"/>
          <p:cNvSpPr/>
          <p:nvPr/>
        </p:nvSpPr>
        <p:spPr>
          <a:xfrm>
            <a:off x="3122700" y="2161275"/>
            <a:ext cx="2898600" cy="1256700"/>
          </a:xfrm>
          <a:prstGeom prst="rect">
            <a:avLst/>
          </a:prstGeom>
          <a:solidFill>
            <a:schemeClr val="accen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000"/>
              <a:buFont typeface="Arial"/>
              <a:buNone/>
            </a:pPr>
            <a:r>
              <a:rPr b="1" i="0" lang="fr" sz="2000" u="none" cap="none" strike="noStrike">
                <a:solidFill>
                  <a:schemeClr val="lt1"/>
                </a:solidFill>
                <a:latin typeface="Nunito"/>
                <a:ea typeface="Nunito"/>
                <a:cs typeface="Nunito"/>
                <a:sym typeface="Nunito"/>
              </a:rPr>
              <a:t>1281 fichiers</a:t>
            </a:r>
            <a:endParaRPr b="1" i="0" sz="2000" u="none" cap="none" strike="noStrike">
              <a:solidFill>
                <a:schemeClr val="lt1"/>
              </a:solidFill>
              <a:latin typeface="Nunito"/>
              <a:ea typeface="Nunito"/>
              <a:cs typeface="Nunito"/>
              <a:sym typeface="Nunito"/>
            </a:endParaRPr>
          </a:p>
          <a:p>
            <a:pPr indent="0" lvl="0" marL="0" marR="0" rtl="0" algn="ctr">
              <a:lnSpc>
                <a:spcPct val="100000"/>
              </a:lnSpc>
              <a:spcBef>
                <a:spcPts val="0"/>
              </a:spcBef>
              <a:spcAft>
                <a:spcPts val="0"/>
              </a:spcAft>
              <a:buClr>
                <a:srgbClr val="000000"/>
              </a:buClr>
              <a:buSzPts val="2000"/>
              <a:buFont typeface="Arial"/>
              <a:buNone/>
            </a:pPr>
            <a:r>
              <a:rPr b="1" i="0" lang="fr" sz="2000" u="none" cap="none" strike="noStrike">
                <a:solidFill>
                  <a:schemeClr val="lt1"/>
                </a:solidFill>
                <a:latin typeface="Nunito"/>
                <a:ea typeface="Nunito"/>
                <a:cs typeface="Nunito"/>
                <a:sym typeface="Nunito"/>
              </a:rPr>
              <a:t>19 mots</a:t>
            </a:r>
            <a:endParaRPr b="1" i="0" sz="2000" u="none" cap="none" strike="noStrike">
              <a:solidFill>
                <a:schemeClr val="lt1"/>
              </a:solidFill>
              <a:latin typeface="Nunito"/>
              <a:ea typeface="Nunito"/>
              <a:cs typeface="Nunito"/>
              <a:sym typeface="Nunito"/>
            </a:endParaRPr>
          </a:p>
        </p:txBody>
      </p:sp>
    </p:spTree>
  </p:cSld>
  <p:clrMapOvr>
    <a:masterClrMapping/>
  </p:clrMapOvr>
  <p:transition spd="med">
    <p:fade thruBlk="1"/>
  </p:transition>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2" name="Shape 562"/>
        <p:cNvGrpSpPr/>
        <p:nvPr/>
      </p:nvGrpSpPr>
      <p:grpSpPr>
        <a:xfrm>
          <a:off x="0" y="0"/>
          <a:ext cx="0" cy="0"/>
          <a:chOff x="0" y="0"/>
          <a:chExt cx="0" cy="0"/>
        </a:xfrm>
      </p:grpSpPr>
      <p:sp>
        <p:nvSpPr>
          <p:cNvPr id="563" name="Google Shape;563;g2d33b3c898e_0_125"/>
          <p:cNvSpPr/>
          <p:nvPr/>
        </p:nvSpPr>
        <p:spPr>
          <a:xfrm>
            <a:off x="1286920" y="70943"/>
            <a:ext cx="5670300" cy="384000"/>
          </a:xfrm>
          <a:prstGeom prst="snip2DiagRect">
            <a:avLst>
              <a:gd fmla="val 0" name="adj1"/>
              <a:gd fmla="val 16667" name="adj2"/>
            </a:avLst>
          </a:prstGeom>
          <a:gradFill>
            <a:gsLst>
              <a:gs pos="0">
                <a:srgbClr val="0075E5"/>
              </a:gs>
              <a:gs pos="100000">
                <a:srgbClr val="04325F"/>
              </a:gs>
            </a:gsLst>
            <a:path path="circle">
              <a:fillToRect b="50%" l="50%" r="50%" t="50%"/>
            </a:path>
            <a:tileRect/>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564" name="Google Shape;564;g2d33b3c898e_0_125"/>
          <p:cNvSpPr txBox="1"/>
          <p:nvPr>
            <p:ph type="ctrTitle"/>
          </p:nvPr>
        </p:nvSpPr>
        <p:spPr>
          <a:xfrm>
            <a:off x="1395486" y="147154"/>
            <a:ext cx="6246900" cy="8268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4400"/>
              <a:buNone/>
            </a:pPr>
            <a:r>
              <a:rPr lang="fr" sz="2000">
                <a:solidFill>
                  <a:schemeClr val="lt1"/>
                </a:solidFill>
              </a:rPr>
              <a:t>4</a:t>
            </a:r>
            <a:r>
              <a:rPr b="1" lang="fr" sz="2000">
                <a:solidFill>
                  <a:schemeClr val="lt1"/>
                </a:solidFill>
              </a:rPr>
              <a:t>.     </a:t>
            </a:r>
            <a:r>
              <a:rPr lang="fr" sz="2000">
                <a:solidFill>
                  <a:schemeClr val="lt1"/>
                </a:solidFill>
              </a:rPr>
              <a:t>EXPÉRIMENTATIONS ET RÉSULTATS</a:t>
            </a:r>
            <a:endParaRPr sz="2000">
              <a:solidFill>
                <a:schemeClr val="lt1"/>
              </a:solidFill>
            </a:endParaRPr>
          </a:p>
          <a:p>
            <a:pPr indent="0" lvl="0" marL="0" rtl="0" algn="l">
              <a:lnSpc>
                <a:spcPct val="100000"/>
              </a:lnSpc>
              <a:spcBef>
                <a:spcPts val="0"/>
              </a:spcBef>
              <a:spcAft>
                <a:spcPts val="0"/>
              </a:spcAft>
              <a:buSzPts val="4400"/>
              <a:buNone/>
            </a:pPr>
            <a:r>
              <a:t/>
            </a:r>
            <a:endParaRPr sz="2000">
              <a:solidFill>
                <a:schemeClr val="lt1"/>
              </a:solidFill>
            </a:endParaRPr>
          </a:p>
          <a:p>
            <a:pPr indent="0" lvl="0" marL="0" rtl="0" algn="l">
              <a:lnSpc>
                <a:spcPct val="100000"/>
              </a:lnSpc>
              <a:spcBef>
                <a:spcPts val="0"/>
              </a:spcBef>
              <a:spcAft>
                <a:spcPts val="0"/>
              </a:spcAft>
              <a:buSzPts val="4400"/>
              <a:buNone/>
            </a:pPr>
            <a:r>
              <a:t/>
            </a:r>
            <a:endParaRPr sz="2000">
              <a:solidFill>
                <a:schemeClr val="lt1"/>
              </a:solidFill>
            </a:endParaRPr>
          </a:p>
        </p:txBody>
      </p:sp>
      <p:sp>
        <p:nvSpPr>
          <p:cNvPr id="565" name="Google Shape;565;g2d33b3c898e_0_125"/>
          <p:cNvSpPr txBox="1"/>
          <p:nvPr/>
        </p:nvSpPr>
        <p:spPr>
          <a:xfrm>
            <a:off x="8404384" y="4749851"/>
            <a:ext cx="548700" cy="393600"/>
          </a:xfrm>
          <a:prstGeom prst="rect">
            <a:avLst/>
          </a:prstGeom>
          <a:noFill/>
          <a:ln>
            <a:noFill/>
          </a:ln>
        </p:spPr>
        <p:txBody>
          <a:bodyPr anchorCtr="0" anchor="t" bIns="91425" lIns="91425" spcFirstLastPara="1" rIns="91425" wrap="square" tIns="91425">
            <a:noAutofit/>
          </a:bodyPr>
          <a:lstStyle/>
          <a:p>
            <a:pPr indent="0" lvl="0" marL="0" marR="0" rtl="0" algn="r">
              <a:lnSpc>
                <a:spcPct val="100000"/>
              </a:lnSpc>
              <a:spcBef>
                <a:spcPts val="0"/>
              </a:spcBef>
              <a:spcAft>
                <a:spcPts val="0"/>
              </a:spcAft>
              <a:buClr>
                <a:srgbClr val="000000"/>
              </a:buClr>
              <a:buSzPts val="1300"/>
              <a:buFont typeface="Arial"/>
              <a:buNone/>
            </a:pPr>
            <a:r>
              <a:rPr b="1" i="0" lang="fr" sz="1300" u="none" cap="none" strike="noStrike">
                <a:solidFill>
                  <a:schemeClr val="accent1"/>
                </a:solidFill>
                <a:latin typeface="Arial"/>
                <a:ea typeface="Arial"/>
                <a:cs typeface="Arial"/>
                <a:sym typeface="Arial"/>
              </a:rPr>
              <a:t>22</a:t>
            </a:r>
            <a:endParaRPr b="0" i="0" sz="1400" u="none" cap="none" strike="noStrike">
              <a:solidFill>
                <a:srgbClr val="000000"/>
              </a:solidFill>
              <a:latin typeface="Arial"/>
              <a:ea typeface="Arial"/>
              <a:cs typeface="Arial"/>
              <a:sym typeface="Arial"/>
            </a:endParaRPr>
          </a:p>
        </p:txBody>
      </p:sp>
      <p:sp>
        <p:nvSpPr>
          <p:cNvPr id="566" name="Google Shape;566;g2d33b3c898e_0_125"/>
          <p:cNvSpPr txBox="1"/>
          <p:nvPr/>
        </p:nvSpPr>
        <p:spPr>
          <a:xfrm>
            <a:off x="327500" y="1324375"/>
            <a:ext cx="8701800" cy="3425400"/>
          </a:xfrm>
          <a:prstGeom prst="rect">
            <a:avLst/>
          </a:prstGeom>
          <a:noFill/>
          <a:ln>
            <a:noFill/>
          </a:ln>
        </p:spPr>
        <p:txBody>
          <a:bodyPr anchorCtr="0" anchor="t" bIns="91425" lIns="91425" spcFirstLastPara="1" rIns="91425" wrap="square" tIns="91425">
            <a:noAutofit/>
          </a:bodyPr>
          <a:lstStyle/>
          <a:p>
            <a:pPr indent="-349250" lvl="0" marL="457200" marR="0" rtl="0" algn="just">
              <a:lnSpc>
                <a:spcPct val="100000"/>
              </a:lnSpc>
              <a:spcBef>
                <a:spcPts val="0"/>
              </a:spcBef>
              <a:spcAft>
                <a:spcPts val="0"/>
              </a:spcAft>
              <a:buClr>
                <a:srgbClr val="000000"/>
              </a:buClr>
              <a:buSzPts val="1900"/>
              <a:buFont typeface="Roboto Slab"/>
              <a:buChar char="●"/>
            </a:pPr>
            <a:r>
              <a:rPr b="1" i="0" lang="fr" sz="1900" u="none" cap="none" strike="noStrike">
                <a:solidFill>
                  <a:srgbClr val="000000"/>
                </a:solidFill>
                <a:latin typeface="Roboto Slab"/>
                <a:ea typeface="Roboto Slab"/>
                <a:cs typeface="Roboto Slab"/>
                <a:sym typeface="Roboto Slab"/>
              </a:rPr>
              <a:t>Les données ont été divisées en 80 % pour l'entraînement et 20 % pour le test.</a:t>
            </a:r>
            <a:endParaRPr b="1" i="0" sz="1900" u="none" cap="none" strike="noStrike">
              <a:solidFill>
                <a:srgbClr val="000000"/>
              </a:solidFill>
              <a:latin typeface="Roboto Slab"/>
              <a:ea typeface="Roboto Slab"/>
              <a:cs typeface="Roboto Slab"/>
              <a:sym typeface="Roboto Slab"/>
            </a:endParaRPr>
          </a:p>
          <a:p>
            <a:pPr indent="0" lvl="0" marL="0" marR="0" rtl="0" algn="just">
              <a:lnSpc>
                <a:spcPct val="100000"/>
              </a:lnSpc>
              <a:spcBef>
                <a:spcPts val="0"/>
              </a:spcBef>
              <a:spcAft>
                <a:spcPts val="0"/>
              </a:spcAft>
              <a:buClr>
                <a:srgbClr val="000000"/>
              </a:buClr>
              <a:buSzPts val="1900"/>
              <a:buFont typeface="Arial"/>
              <a:buNone/>
            </a:pPr>
            <a:r>
              <a:t/>
            </a:r>
            <a:endParaRPr b="1" i="0" sz="1900" u="none" cap="none" strike="noStrike">
              <a:solidFill>
                <a:srgbClr val="000000"/>
              </a:solidFill>
              <a:latin typeface="Roboto Slab"/>
              <a:ea typeface="Roboto Slab"/>
              <a:cs typeface="Roboto Slab"/>
              <a:sym typeface="Roboto Slab"/>
            </a:endParaRPr>
          </a:p>
          <a:p>
            <a:pPr indent="0" lvl="0" marL="0" marR="0" rtl="0" algn="just">
              <a:lnSpc>
                <a:spcPct val="100000"/>
              </a:lnSpc>
              <a:spcBef>
                <a:spcPts val="0"/>
              </a:spcBef>
              <a:spcAft>
                <a:spcPts val="0"/>
              </a:spcAft>
              <a:buClr>
                <a:srgbClr val="000000"/>
              </a:buClr>
              <a:buSzPts val="1900"/>
              <a:buFont typeface="Arial"/>
              <a:buNone/>
            </a:pPr>
            <a:r>
              <a:t/>
            </a:r>
            <a:endParaRPr b="1" i="0" sz="1900" u="none" cap="none" strike="noStrike">
              <a:solidFill>
                <a:srgbClr val="000000"/>
              </a:solidFill>
              <a:latin typeface="Roboto Slab"/>
              <a:ea typeface="Roboto Slab"/>
              <a:cs typeface="Roboto Slab"/>
              <a:sym typeface="Roboto Slab"/>
            </a:endParaRPr>
          </a:p>
          <a:p>
            <a:pPr indent="0" lvl="0" marL="0" marR="0" rtl="0" algn="just">
              <a:lnSpc>
                <a:spcPct val="100000"/>
              </a:lnSpc>
              <a:spcBef>
                <a:spcPts val="0"/>
              </a:spcBef>
              <a:spcAft>
                <a:spcPts val="0"/>
              </a:spcAft>
              <a:buClr>
                <a:srgbClr val="000000"/>
              </a:buClr>
              <a:buSzPts val="1900"/>
              <a:buFont typeface="Arial"/>
              <a:buNone/>
            </a:pPr>
            <a:r>
              <a:t/>
            </a:r>
            <a:endParaRPr b="1" i="0" sz="1900" u="none" cap="none" strike="noStrike">
              <a:solidFill>
                <a:srgbClr val="000000"/>
              </a:solidFill>
              <a:latin typeface="Roboto Slab"/>
              <a:ea typeface="Roboto Slab"/>
              <a:cs typeface="Roboto Slab"/>
              <a:sym typeface="Roboto Slab"/>
            </a:endParaRPr>
          </a:p>
          <a:p>
            <a:pPr indent="-349250" lvl="0" marL="457200" marR="0" rtl="0" algn="just">
              <a:lnSpc>
                <a:spcPct val="100000"/>
              </a:lnSpc>
              <a:spcBef>
                <a:spcPts val="0"/>
              </a:spcBef>
              <a:spcAft>
                <a:spcPts val="0"/>
              </a:spcAft>
              <a:buClr>
                <a:srgbClr val="000000"/>
              </a:buClr>
              <a:buSzPts val="1900"/>
              <a:buFont typeface="Roboto Slab"/>
              <a:buChar char="●"/>
            </a:pPr>
            <a:r>
              <a:rPr b="1" i="0" lang="fr" sz="1900" u="none" cap="none" strike="noStrike">
                <a:solidFill>
                  <a:srgbClr val="000000"/>
                </a:solidFill>
                <a:latin typeface="Roboto Slab"/>
                <a:ea typeface="Roboto Slab"/>
                <a:cs typeface="Roboto Slab"/>
                <a:sym typeface="Roboto Slab"/>
              </a:rPr>
              <a:t>L'entraînement avec Kaldi s'est effectué avec un modèle acoustique monophonique et triphonique, ainsi qu'un modèle de langage de type unigramme.</a:t>
            </a:r>
            <a:endParaRPr b="1" i="0" sz="1900" u="none" cap="none" strike="noStrike">
              <a:solidFill>
                <a:srgbClr val="000000"/>
              </a:solidFill>
              <a:latin typeface="Roboto Slab"/>
              <a:ea typeface="Roboto Slab"/>
              <a:cs typeface="Roboto Slab"/>
              <a:sym typeface="Roboto Slab"/>
            </a:endParaRPr>
          </a:p>
          <a:p>
            <a:pPr indent="0" lvl="0" marL="0" marR="0" rtl="0" algn="just">
              <a:lnSpc>
                <a:spcPct val="100000"/>
              </a:lnSpc>
              <a:spcBef>
                <a:spcPts val="0"/>
              </a:spcBef>
              <a:spcAft>
                <a:spcPts val="0"/>
              </a:spcAft>
              <a:buClr>
                <a:srgbClr val="000000"/>
              </a:buClr>
              <a:buSzPts val="1900"/>
              <a:buFont typeface="Arial"/>
              <a:buNone/>
            </a:pPr>
            <a:r>
              <a:t/>
            </a:r>
            <a:endParaRPr b="1" i="0" sz="1900" u="none" cap="none" strike="noStrike">
              <a:solidFill>
                <a:srgbClr val="000000"/>
              </a:solidFill>
              <a:latin typeface="Roboto Slab"/>
              <a:ea typeface="Roboto Slab"/>
              <a:cs typeface="Roboto Slab"/>
              <a:sym typeface="Roboto Slab"/>
            </a:endParaRPr>
          </a:p>
          <a:p>
            <a:pPr indent="0" lvl="0" marL="0" marR="0" rtl="0" algn="just">
              <a:lnSpc>
                <a:spcPct val="100000"/>
              </a:lnSpc>
              <a:spcBef>
                <a:spcPts val="0"/>
              </a:spcBef>
              <a:spcAft>
                <a:spcPts val="0"/>
              </a:spcAft>
              <a:buClr>
                <a:srgbClr val="000000"/>
              </a:buClr>
              <a:buSzPts val="1900"/>
              <a:buFont typeface="Arial"/>
              <a:buNone/>
            </a:pPr>
            <a:r>
              <a:t/>
            </a:r>
            <a:endParaRPr b="1" i="0" sz="1900" u="none" cap="none" strike="noStrike">
              <a:solidFill>
                <a:srgbClr val="000000"/>
              </a:solidFill>
              <a:latin typeface="Roboto Slab"/>
              <a:ea typeface="Roboto Slab"/>
              <a:cs typeface="Roboto Slab"/>
              <a:sym typeface="Roboto Slab"/>
            </a:endParaRPr>
          </a:p>
        </p:txBody>
      </p:sp>
    </p:spTree>
  </p:cSld>
  <p:clrMapOvr>
    <a:masterClrMapping/>
  </p:clrMapOvr>
  <p:transition spd="med">
    <p:fade thruBlk="1"/>
  </p:transition>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0" name="Shape 570"/>
        <p:cNvGrpSpPr/>
        <p:nvPr/>
      </p:nvGrpSpPr>
      <p:grpSpPr>
        <a:xfrm>
          <a:off x="0" y="0"/>
          <a:ext cx="0" cy="0"/>
          <a:chOff x="0" y="0"/>
          <a:chExt cx="0" cy="0"/>
        </a:xfrm>
      </p:grpSpPr>
      <p:sp>
        <p:nvSpPr>
          <p:cNvPr id="571" name="Google Shape;571;g59d59b4029cf42d9_25"/>
          <p:cNvSpPr/>
          <p:nvPr/>
        </p:nvSpPr>
        <p:spPr>
          <a:xfrm>
            <a:off x="1286920" y="70943"/>
            <a:ext cx="5670300" cy="384000"/>
          </a:xfrm>
          <a:prstGeom prst="snip2DiagRect">
            <a:avLst>
              <a:gd fmla="val 0" name="adj1"/>
              <a:gd fmla="val 16667" name="adj2"/>
            </a:avLst>
          </a:prstGeom>
          <a:gradFill>
            <a:gsLst>
              <a:gs pos="0">
                <a:srgbClr val="0075E5"/>
              </a:gs>
              <a:gs pos="100000">
                <a:srgbClr val="04325F"/>
              </a:gs>
            </a:gsLst>
            <a:path path="circle">
              <a:fillToRect b="50%" l="50%" r="50%" t="50%"/>
            </a:path>
            <a:tileRect/>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572" name="Google Shape;572;g59d59b4029cf42d9_25"/>
          <p:cNvSpPr txBox="1"/>
          <p:nvPr>
            <p:ph type="ctrTitle"/>
          </p:nvPr>
        </p:nvSpPr>
        <p:spPr>
          <a:xfrm>
            <a:off x="1395486" y="147154"/>
            <a:ext cx="6246900" cy="8268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4400"/>
              <a:buNone/>
            </a:pPr>
            <a:r>
              <a:rPr lang="fr" sz="2000">
                <a:solidFill>
                  <a:schemeClr val="lt1"/>
                </a:solidFill>
              </a:rPr>
              <a:t>4</a:t>
            </a:r>
            <a:r>
              <a:rPr b="1" lang="fr" sz="2000">
                <a:solidFill>
                  <a:schemeClr val="lt1"/>
                </a:solidFill>
              </a:rPr>
              <a:t>.     </a:t>
            </a:r>
            <a:r>
              <a:rPr lang="fr" sz="2000">
                <a:solidFill>
                  <a:schemeClr val="lt1"/>
                </a:solidFill>
              </a:rPr>
              <a:t>EXPÉRIMENTATIONS ET RÉSULTATS</a:t>
            </a:r>
            <a:endParaRPr sz="2000">
              <a:solidFill>
                <a:schemeClr val="lt1"/>
              </a:solidFill>
            </a:endParaRPr>
          </a:p>
          <a:p>
            <a:pPr indent="0" lvl="0" marL="0" rtl="0" algn="l">
              <a:lnSpc>
                <a:spcPct val="100000"/>
              </a:lnSpc>
              <a:spcBef>
                <a:spcPts val="0"/>
              </a:spcBef>
              <a:spcAft>
                <a:spcPts val="0"/>
              </a:spcAft>
              <a:buSzPts val="4400"/>
              <a:buNone/>
            </a:pPr>
            <a:r>
              <a:t/>
            </a:r>
            <a:endParaRPr sz="2000">
              <a:solidFill>
                <a:schemeClr val="lt1"/>
              </a:solidFill>
            </a:endParaRPr>
          </a:p>
          <a:p>
            <a:pPr indent="0" lvl="0" marL="0" rtl="0" algn="l">
              <a:lnSpc>
                <a:spcPct val="100000"/>
              </a:lnSpc>
              <a:spcBef>
                <a:spcPts val="0"/>
              </a:spcBef>
              <a:spcAft>
                <a:spcPts val="0"/>
              </a:spcAft>
              <a:buSzPts val="4400"/>
              <a:buNone/>
            </a:pPr>
            <a:r>
              <a:t/>
            </a:r>
            <a:endParaRPr sz="2000">
              <a:solidFill>
                <a:schemeClr val="lt1"/>
              </a:solidFill>
            </a:endParaRPr>
          </a:p>
        </p:txBody>
      </p:sp>
      <p:sp>
        <p:nvSpPr>
          <p:cNvPr id="573" name="Google Shape;573;g59d59b4029cf42d9_25"/>
          <p:cNvSpPr txBox="1"/>
          <p:nvPr/>
        </p:nvSpPr>
        <p:spPr>
          <a:xfrm>
            <a:off x="8404384" y="4749851"/>
            <a:ext cx="548700" cy="393600"/>
          </a:xfrm>
          <a:prstGeom prst="rect">
            <a:avLst/>
          </a:prstGeom>
          <a:noFill/>
          <a:ln>
            <a:noFill/>
          </a:ln>
        </p:spPr>
        <p:txBody>
          <a:bodyPr anchorCtr="0" anchor="t" bIns="91425" lIns="91425" spcFirstLastPara="1" rIns="91425" wrap="square" tIns="91425">
            <a:noAutofit/>
          </a:bodyPr>
          <a:lstStyle/>
          <a:p>
            <a:pPr indent="0" lvl="0" marL="0" marR="0" rtl="0" algn="r">
              <a:lnSpc>
                <a:spcPct val="100000"/>
              </a:lnSpc>
              <a:spcBef>
                <a:spcPts val="0"/>
              </a:spcBef>
              <a:spcAft>
                <a:spcPts val="0"/>
              </a:spcAft>
              <a:buClr>
                <a:srgbClr val="000000"/>
              </a:buClr>
              <a:buSzPts val="1300"/>
              <a:buFont typeface="Arial"/>
              <a:buNone/>
            </a:pPr>
            <a:r>
              <a:rPr b="1" i="0" lang="fr" sz="1300" u="none" cap="none" strike="noStrike">
                <a:solidFill>
                  <a:schemeClr val="accent1"/>
                </a:solidFill>
                <a:latin typeface="Arial"/>
                <a:ea typeface="Arial"/>
                <a:cs typeface="Arial"/>
                <a:sym typeface="Arial"/>
              </a:rPr>
              <a:t>22</a:t>
            </a:r>
            <a:endParaRPr b="0" i="0" sz="1400" u="none" cap="none" strike="noStrike">
              <a:solidFill>
                <a:srgbClr val="000000"/>
              </a:solidFill>
              <a:latin typeface="Arial"/>
              <a:ea typeface="Arial"/>
              <a:cs typeface="Arial"/>
              <a:sym typeface="Arial"/>
            </a:endParaRPr>
          </a:p>
        </p:txBody>
      </p:sp>
      <p:sp>
        <p:nvSpPr>
          <p:cNvPr id="574" name="Google Shape;574;g59d59b4029cf42d9_25"/>
          <p:cNvSpPr txBox="1"/>
          <p:nvPr/>
        </p:nvSpPr>
        <p:spPr>
          <a:xfrm>
            <a:off x="161200" y="1324375"/>
            <a:ext cx="8868000" cy="3731100"/>
          </a:xfrm>
          <a:prstGeom prst="rect">
            <a:avLst/>
          </a:prstGeom>
          <a:noFill/>
          <a:ln>
            <a:noFill/>
          </a:ln>
        </p:spPr>
        <p:txBody>
          <a:bodyPr anchorCtr="0" anchor="t" bIns="91425" lIns="91425" spcFirstLastPara="1" rIns="91425" wrap="square" tIns="91425">
            <a:noAutofit/>
          </a:bodyPr>
          <a:lstStyle/>
          <a:p>
            <a:pPr indent="0" lvl="0" marL="0" marR="0" rtl="0" algn="just">
              <a:lnSpc>
                <a:spcPct val="100000"/>
              </a:lnSpc>
              <a:spcBef>
                <a:spcPts val="0"/>
              </a:spcBef>
              <a:spcAft>
                <a:spcPts val="0"/>
              </a:spcAft>
              <a:buClr>
                <a:srgbClr val="000000"/>
              </a:buClr>
              <a:buSzPts val="1900"/>
              <a:buFont typeface="Arial"/>
              <a:buNone/>
            </a:pPr>
            <a:r>
              <a:rPr b="1" i="0" lang="fr" sz="1900" u="none" cap="none" strike="noStrike">
                <a:solidFill>
                  <a:srgbClr val="000000"/>
                </a:solidFill>
                <a:latin typeface="Roboto Slab"/>
                <a:ea typeface="Roboto Slab"/>
                <a:cs typeface="Roboto Slab"/>
                <a:sym typeface="Roboto Slab"/>
              </a:rPr>
              <a:t>Le modèle proposé 1 est issu de l'entraînement de Kaldi avec les embeddings de train et test du GNN(GrapheSAGE).</a:t>
            </a:r>
            <a:endParaRPr b="1" i="0" sz="1900" u="none" cap="none" strike="noStrike">
              <a:solidFill>
                <a:srgbClr val="000000"/>
              </a:solidFill>
              <a:latin typeface="Roboto Slab"/>
              <a:ea typeface="Roboto Slab"/>
              <a:cs typeface="Roboto Slab"/>
              <a:sym typeface="Roboto Slab"/>
            </a:endParaRPr>
          </a:p>
        </p:txBody>
      </p:sp>
      <p:sp>
        <p:nvSpPr>
          <p:cNvPr id="575" name="Google Shape;575;g59d59b4029cf42d9_25"/>
          <p:cNvSpPr/>
          <p:nvPr/>
        </p:nvSpPr>
        <p:spPr>
          <a:xfrm>
            <a:off x="2113075" y="3103700"/>
            <a:ext cx="1269000" cy="539400"/>
          </a:xfrm>
          <a:prstGeom prst="rect">
            <a:avLst/>
          </a:prstGeom>
          <a:solidFill>
            <a:srgbClr val="38761D"/>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1" i="0" lang="fr" sz="1400" u="none" cap="none" strike="noStrike">
                <a:solidFill>
                  <a:schemeClr val="lt1"/>
                </a:solidFill>
                <a:latin typeface="Roboto Slab"/>
                <a:ea typeface="Roboto Slab"/>
                <a:cs typeface="Roboto Slab"/>
                <a:sym typeface="Roboto Slab"/>
              </a:rPr>
              <a:t>GNN</a:t>
            </a:r>
            <a:endParaRPr b="1" i="0" sz="1400" u="none" cap="none" strike="noStrike">
              <a:solidFill>
                <a:schemeClr val="lt1"/>
              </a:solidFill>
              <a:latin typeface="Roboto Slab"/>
              <a:ea typeface="Roboto Slab"/>
              <a:cs typeface="Roboto Slab"/>
              <a:sym typeface="Roboto Slab"/>
            </a:endParaRPr>
          </a:p>
        </p:txBody>
      </p:sp>
      <p:sp>
        <p:nvSpPr>
          <p:cNvPr id="576" name="Google Shape;576;g59d59b4029cf42d9_25"/>
          <p:cNvSpPr/>
          <p:nvPr/>
        </p:nvSpPr>
        <p:spPr>
          <a:xfrm>
            <a:off x="3560875" y="3182825"/>
            <a:ext cx="732600" cy="2433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7" name="Google Shape;577;g59d59b4029cf42d9_25"/>
          <p:cNvSpPr txBox="1"/>
          <p:nvPr/>
        </p:nvSpPr>
        <p:spPr>
          <a:xfrm>
            <a:off x="4381500" y="2982125"/>
            <a:ext cx="1743900" cy="9378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700"/>
              <a:buFont typeface="Arial"/>
              <a:buNone/>
            </a:pPr>
            <a:r>
              <a:rPr b="0" i="0" lang="fr" sz="1700" u="none" cap="none" strike="noStrike">
                <a:solidFill>
                  <a:schemeClr val="dk1"/>
                </a:solidFill>
                <a:latin typeface="Roboto Slab"/>
                <a:ea typeface="Roboto Slab"/>
                <a:cs typeface="Roboto Slab"/>
                <a:sym typeface="Roboto Slab"/>
              </a:rPr>
              <a:t>Embeddings de train et test</a:t>
            </a:r>
            <a:endParaRPr b="0" i="0" sz="1700" u="none" cap="none" strike="noStrike">
              <a:solidFill>
                <a:schemeClr val="dk1"/>
              </a:solidFill>
              <a:latin typeface="Roboto Slab"/>
              <a:ea typeface="Roboto Slab"/>
              <a:cs typeface="Roboto Slab"/>
              <a:sym typeface="Roboto Slab"/>
            </a:endParaRPr>
          </a:p>
        </p:txBody>
      </p:sp>
      <p:sp>
        <p:nvSpPr>
          <p:cNvPr id="578" name="Google Shape;578;g59d59b4029cf42d9_25"/>
          <p:cNvSpPr/>
          <p:nvPr/>
        </p:nvSpPr>
        <p:spPr>
          <a:xfrm>
            <a:off x="6830575" y="3098900"/>
            <a:ext cx="1269000" cy="393600"/>
          </a:xfrm>
          <a:prstGeom prst="rect">
            <a:avLst/>
          </a:prstGeom>
          <a:solidFill>
            <a:srgbClr val="FF0000"/>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500"/>
              <a:buFont typeface="Arial"/>
              <a:buNone/>
            </a:pPr>
            <a:r>
              <a:rPr b="1" i="0" lang="fr" sz="1500" u="none" cap="none" strike="noStrike">
                <a:solidFill>
                  <a:schemeClr val="lt1"/>
                </a:solidFill>
                <a:latin typeface="Roboto Slab"/>
                <a:ea typeface="Roboto Slab"/>
                <a:cs typeface="Roboto Slab"/>
                <a:sym typeface="Roboto Slab"/>
              </a:rPr>
              <a:t>Kaldi</a:t>
            </a:r>
            <a:endParaRPr b="1" i="0" sz="1500" u="none" cap="none" strike="noStrike">
              <a:solidFill>
                <a:schemeClr val="lt1"/>
              </a:solidFill>
              <a:latin typeface="Roboto Slab"/>
              <a:ea typeface="Roboto Slab"/>
              <a:cs typeface="Roboto Slab"/>
              <a:sym typeface="Roboto Slab"/>
            </a:endParaRPr>
          </a:p>
        </p:txBody>
      </p:sp>
      <p:sp>
        <p:nvSpPr>
          <p:cNvPr id="579" name="Google Shape;579;g59d59b4029cf42d9_25"/>
          <p:cNvSpPr/>
          <p:nvPr/>
        </p:nvSpPr>
        <p:spPr>
          <a:xfrm>
            <a:off x="5996025" y="3179900"/>
            <a:ext cx="732600" cy="2433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80" name="Google Shape;580;g59d59b4029cf42d9_25"/>
          <p:cNvSpPr txBox="1"/>
          <p:nvPr/>
        </p:nvSpPr>
        <p:spPr>
          <a:xfrm>
            <a:off x="360725" y="3103700"/>
            <a:ext cx="1269000" cy="5394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600"/>
              <a:buFont typeface="Arial"/>
              <a:buNone/>
            </a:pPr>
            <a:r>
              <a:rPr b="1" i="0" lang="fr" sz="1600" u="none" cap="none" strike="noStrike">
                <a:solidFill>
                  <a:schemeClr val="dk1"/>
                </a:solidFill>
                <a:latin typeface="Roboto Slab"/>
                <a:ea typeface="Roboto Slab"/>
                <a:cs typeface="Roboto Slab"/>
                <a:sym typeface="Roboto Slab"/>
              </a:rPr>
              <a:t>Données</a:t>
            </a:r>
            <a:endParaRPr b="1" i="0" sz="1600" u="none" cap="none" strike="noStrike">
              <a:solidFill>
                <a:schemeClr val="dk1"/>
              </a:solidFill>
              <a:latin typeface="Roboto Slab"/>
              <a:ea typeface="Roboto Slab"/>
              <a:cs typeface="Roboto Slab"/>
              <a:sym typeface="Roboto Slab"/>
            </a:endParaRPr>
          </a:p>
        </p:txBody>
      </p:sp>
      <p:sp>
        <p:nvSpPr>
          <p:cNvPr id="581" name="Google Shape;581;g59d59b4029cf42d9_25"/>
          <p:cNvSpPr/>
          <p:nvPr/>
        </p:nvSpPr>
        <p:spPr>
          <a:xfrm>
            <a:off x="1529850" y="3220675"/>
            <a:ext cx="404400" cy="2433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transition spd="med">
    <p:fade thruBlk="1"/>
  </p:transition>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5" name="Shape 585"/>
        <p:cNvGrpSpPr/>
        <p:nvPr/>
      </p:nvGrpSpPr>
      <p:grpSpPr>
        <a:xfrm>
          <a:off x="0" y="0"/>
          <a:ext cx="0" cy="0"/>
          <a:chOff x="0" y="0"/>
          <a:chExt cx="0" cy="0"/>
        </a:xfrm>
      </p:grpSpPr>
      <p:sp>
        <p:nvSpPr>
          <p:cNvPr id="586" name="Google Shape;586;g2d33b3c898e_0_134"/>
          <p:cNvSpPr/>
          <p:nvPr/>
        </p:nvSpPr>
        <p:spPr>
          <a:xfrm>
            <a:off x="1286920" y="70943"/>
            <a:ext cx="5670300" cy="384000"/>
          </a:xfrm>
          <a:prstGeom prst="snip2DiagRect">
            <a:avLst>
              <a:gd fmla="val 0" name="adj1"/>
              <a:gd fmla="val 16667" name="adj2"/>
            </a:avLst>
          </a:prstGeom>
          <a:gradFill>
            <a:gsLst>
              <a:gs pos="0">
                <a:srgbClr val="0075E5"/>
              </a:gs>
              <a:gs pos="100000">
                <a:srgbClr val="04325F"/>
              </a:gs>
            </a:gsLst>
            <a:path path="circle">
              <a:fillToRect b="50%" l="50%" r="50%" t="50%"/>
            </a:path>
            <a:tileRect/>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587" name="Google Shape;587;g2d33b3c898e_0_134"/>
          <p:cNvSpPr txBox="1"/>
          <p:nvPr>
            <p:ph type="ctrTitle"/>
          </p:nvPr>
        </p:nvSpPr>
        <p:spPr>
          <a:xfrm>
            <a:off x="1395486" y="147154"/>
            <a:ext cx="6246900" cy="8268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4400"/>
              <a:buNone/>
            </a:pPr>
            <a:r>
              <a:rPr lang="fr" sz="2000">
                <a:solidFill>
                  <a:schemeClr val="lt1"/>
                </a:solidFill>
              </a:rPr>
              <a:t>4</a:t>
            </a:r>
            <a:r>
              <a:rPr b="1" lang="fr" sz="2000">
                <a:solidFill>
                  <a:schemeClr val="lt1"/>
                </a:solidFill>
              </a:rPr>
              <a:t>.     </a:t>
            </a:r>
            <a:r>
              <a:rPr lang="fr" sz="2000">
                <a:solidFill>
                  <a:schemeClr val="lt1"/>
                </a:solidFill>
              </a:rPr>
              <a:t>EXPÉRIMENTATIONS ET RÉSULTATS</a:t>
            </a:r>
            <a:endParaRPr sz="2000">
              <a:solidFill>
                <a:schemeClr val="lt1"/>
              </a:solidFill>
            </a:endParaRPr>
          </a:p>
          <a:p>
            <a:pPr indent="0" lvl="0" marL="0" rtl="0" algn="l">
              <a:lnSpc>
                <a:spcPct val="100000"/>
              </a:lnSpc>
              <a:spcBef>
                <a:spcPts val="0"/>
              </a:spcBef>
              <a:spcAft>
                <a:spcPts val="0"/>
              </a:spcAft>
              <a:buSzPts val="4400"/>
              <a:buNone/>
            </a:pPr>
            <a:r>
              <a:t/>
            </a:r>
            <a:endParaRPr sz="2000">
              <a:solidFill>
                <a:schemeClr val="lt1"/>
              </a:solidFill>
            </a:endParaRPr>
          </a:p>
          <a:p>
            <a:pPr indent="0" lvl="0" marL="0" rtl="0" algn="l">
              <a:lnSpc>
                <a:spcPct val="100000"/>
              </a:lnSpc>
              <a:spcBef>
                <a:spcPts val="0"/>
              </a:spcBef>
              <a:spcAft>
                <a:spcPts val="0"/>
              </a:spcAft>
              <a:buSzPts val="4400"/>
              <a:buNone/>
            </a:pPr>
            <a:r>
              <a:t/>
            </a:r>
            <a:endParaRPr sz="2000">
              <a:solidFill>
                <a:schemeClr val="lt1"/>
              </a:solidFill>
            </a:endParaRPr>
          </a:p>
        </p:txBody>
      </p:sp>
      <p:sp>
        <p:nvSpPr>
          <p:cNvPr id="588" name="Google Shape;588;g2d33b3c898e_0_134"/>
          <p:cNvSpPr txBox="1"/>
          <p:nvPr/>
        </p:nvSpPr>
        <p:spPr>
          <a:xfrm>
            <a:off x="8404384" y="4749851"/>
            <a:ext cx="548700" cy="393600"/>
          </a:xfrm>
          <a:prstGeom prst="rect">
            <a:avLst/>
          </a:prstGeom>
          <a:noFill/>
          <a:ln>
            <a:noFill/>
          </a:ln>
        </p:spPr>
        <p:txBody>
          <a:bodyPr anchorCtr="0" anchor="t" bIns="91425" lIns="91425" spcFirstLastPara="1" rIns="91425" wrap="square" tIns="91425">
            <a:noAutofit/>
          </a:bodyPr>
          <a:lstStyle/>
          <a:p>
            <a:pPr indent="0" lvl="0" marL="0" marR="0" rtl="0" algn="r">
              <a:lnSpc>
                <a:spcPct val="100000"/>
              </a:lnSpc>
              <a:spcBef>
                <a:spcPts val="0"/>
              </a:spcBef>
              <a:spcAft>
                <a:spcPts val="0"/>
              </a:spcAft>
              <a:buClr>
                <a:srgbClr val="000000"/>
              </a:buClr>
              <a:buSzPts val="1300"/>
              <a:buFont typeface="Arial"/>
              <a:buNone/>
            </a:pPr>
            <a:r>
              <a:rPr b="1" i="0" lang="fr" sz="1300" u="none" cap="none" strike="noStrike">
                <a:solidFill>
                  <a:schemeClr val="accent1"/>
                </a:solidFill>
                <a:latin typeface="Arial"/>
                <a:ea typeface="Arial"/>
                <a:cs typeface="Arial"/>
                <a:sym typeface="Arial"/>
              </a:rPr>
              <a:t>22</a:t>
            </a:r>
            <a:endParaRPr b="0" i="0" sz="1400" u="none" cap="none" strike="noStrike">
              <a:solidFill>
                <a:srgbClr val="000000"/>
              </a:solidFill>
              <a:latin typeface="Arial"/>
              <a:ea typeface="Arial"/>
              <a:cs typeface="Arial"/>
              <a:sym typeface="Arial"/>
            </a:endParaRPr>
          </a:p>
        </p:txBody>
      </p:sp>
      <p:sp>
        <p:nvSpPr>
          <p:cNvPr id="589" name="Google Shape;589;g2d33b3c898e_0_134"/>
          <p:cNvSpPr txBox="1"/>
          <p:nvPr/>
        </p:nvSpPr>
        <p:spPr>
          <a:xfrm>
            <a:off x="359750" y="751400"/>
            <a:ext cx="8701800" cy="4289400"/>
          </a:xfrm>
          <a:prstGeom prst="rect">
            <a:avLst/>
          </a:prstGeom>
          <a:noFill/>
          <a:ln>
            <a:noFill/>
          </a:ln>
        </p:spPr>
        <p:txBody>
          <a:bodyPr anchorCtr="0" anchor="t" bIns="91425" lIns="91425" spcFirstLastPara="1" rIns="91425" wrap="square" tIns="91425">
            <a:noAutofit/>
          </a:bodyPr>
          <a:lstStyle/>
          <a:p>
            <a:pPr indent="0" lvl="0" marL="0" marR="0" rtl="0" algn="just">
              <a:lnSpc>
                <a:spcPct val="100000"/>
              </a:lnSpc>
              <a:spcBef>
                <a:spcPts val="0"/>
              </a:spcBef>
              <a:spcAft>
                <a:spcPts val="0"/>
              </a:spcAft>
              <a:buClr>
                <a:srgbClr val="000000"/>
              </a:buClr>
              <a:buSzPts val="1900"/>
              <a:buFont typeface="Arial"/>
              <a:buNone/>
            </a:pPr>
            <a:r>
              <a:rPr b="1" i="0" lang="fr" sz="1900" u="none" cap="none" strike="noStrike">
                <a:solidFill>
                  <a:srgbClr val="000000"/>
                </a:solidFill>
                <a:latin typeface="Roboto Slab"/>
                <a:ea typeface="Roboto Slab"/>
                <a:cs typeface="Roboto Slab"/>
                <a:sym typeface="Roboto Slab"/>
              </a:rPr>
              <a:t>Le modèle proposé 2 résulte de l'expérimentation suivante: </a:t>
            </a:r>
            <a:endParaRPr b="1" i="0" sz="1900" u="none" cap="none" strike="noStrike">
              <a:solidFill>
                <a:srgbClr val="000000"/>
              </a:solidFill>
              <a:latin typeface="Roboto Slab"/>
              <a:ea typeface="Roboto Slab"/>
              <a:cs typeface="Roboto Slab"/>
              <a:sym typeface="Roboto Slab"/>
            </a:endParaRPr>
          </a:p>
          <a:p>
            <a:pPr indent="0" lvl="0" marL="0" marR="0" rtl="0" algn="just">
              <a:lnSpc>
                <a:spcPct val="100000"/>
              </a:lnSpc>
              <a:spcBef>
                <a:spcPts val="0"/>
              </a:spcBef>
              <a:spcAft>
                <a:spcPts val="0"/>
              </a:spcAft>
              <a:buClr>
                <a:srgbClr val="000000"/>
              </a:buClr>
              <a:buSzPts val="1900"/>
              <a:buFont typeface="Arial"/>
              <a:buNone/>
            </a:pPr>
            <a:r>
              <a:t/>
            </a:r>
            <a:endParaRPr b="1" i="0" sz="1900" u="none" cap="none" strike="noStrike">
              <a:solidFill>
                <a:srgbClr val="000000"/>
              </a:solidFill>
              <a:latin typeface="Roboto Slab"/>
              <a:ea typeface="Roboto Slab"/>
              <a:cs typeface="Roboto Slab"/>
              <a:sym typeface="Roboto Slab"/>
            </a:endParaRPr>
          </a:p>
          <a:p>
            <a:pPr indent="0" lvl="0" marL="0" marR="0" rtl="0" algn="just">
              <a:lnSpc>
                <a:spcPct val="100000"/>
              </a:lnSpc>
              <a:spcBef>
                <a:spcPts val="0"/>
              </a:spcBef>
              <a:spcAft>
                <a:spcPts val="0"/>
              </a:spcAft>
              <a:buClr>
                <a:srgbClr val="000000"/>
              </a:buClr>
              <a:buSzPts val="1900"/>
              <a:buFont typeface="Arial"/>
              <a:buNone/>
            </a:pPr>
            <a:r>
              <a:t/>
            </a:r>
            <a:endParaRPr b="1" i="0" sz="1900" u="none" cap="none" strike="noStrike">
              <a:solidFill>
                <a:srgbClr val="000000"/>
              </a:solidFill>
              <a:latin typeface="Roboto Slab"/>
              <a:ea typeface="Roboto Slab"/>
              <a:cs typeface="Roboto Slab"/>
              <a:sym typeface="Roboto Slab"/>
            </a:endParaRPr>
          </a:p>
          <a:p>
            <a:pPr indent="0" lvl="0" marL="0" marR="0" rtl="0" algn="just">
              <a:lnSpc>
                <a:spcPct val="100000"/>
              </a:lnSpc>
              <a:spcBef>
                <a:spcPts val="0"/>
              </a:spcBef>
              <a:spcAft>
                <a:spcPts val="0"/>
              </a:spcAft>
              <a:buClr>
                <a:srgbClr val="000000"/>
              </a:buClr>
              <a:buSzPts val="1900"/>
              <a:buFont typeface="Arial"/>
              <a:buNone/>
            </a:pPr>
            <a:r>
              <a:t/>
            </a:r>
            <a:endParaRPr b="1" i="0" sz="1900" u="none" cap="none" strike="noStrike">
              <a:solidFill>
                <a:srgbClr val="000000"/>
              </a:solidFill>
              <a:latin typeface="Roboto Slab"/>
              <a:ea typeface="Roboto Slab"/>
              <a:cs typeface="Roboto Slab"/>
              <a:sym typeface="Roboto Slab"/>
            </a:endParaRPr>
          </a:p>
          <a:p>
            <a:pPr indent="0" lvl="0" marL="0" marR="0" rtl="0" algn="ctr">
              <a:lnSpc>
                <a:spcPct val="100000"/>
              </a:lnSpc>
              <a:spcBef>
                <a:spcPts val="0"/>
              </a:spcBef>
              <a:spcAft>
                <a:spcPts val="0"/>
              </a:spcAft>
              <a:buClr>
                <a:srgbClr val="000000"/>
              </a:buClr>
              <a:buSzPts val="1400"/>
              <a:buFont typeface="Arial"/>
              <a:buNone/>
            </a:pPr>
            <a:r>
              <a:rPr b="1" i="0" lang="fr" sz="1400" u="none" cap="none" strike="noStrike">
                <a:solidFill>
                  <a:schemeClr val="lt1"/>
                </a:solidFill>
                <a:latin typeface="Roboto Slab"/>
                <a:ea typeface="Roboto Slab"/>
                <a:cs typeface="Roboto Slab"/>
                <a:sym typeface="Roboto Slab"/>
              </a:rPr>
              <a:t>GNN</a:t>
            </a:r>
            <a:endParaRPr b="1" i="0" sz="1400" u="none" cap="none" strike="noStrike">
              <a:solidFill>
                <a:schemeClr val="lt1"/>
              </a:solidFill>
              <a:latin typeface="Roboto Slab"/>
              <a:ea typeface="Roboto Slab"/>
              <a:cs typeface="Roboto Slab"/>
              <a:sym typeface="Roboto Slab"/>
            </a:endParaRPr>
          </a:p>
          <a:p>
            <a:pPr indent="0" lvl="0" marL="0" marR="0" rtl="0" algn="ctr">
              <a:lnSpc>
                <a:spcPct val="100000"/>
              </a:lnSpc>
              <a:spcBef>
                <a:spcPts val="0"/>
              </a:spcBef>
              <a:spcAft>
                <a:spcPts val="0"/>
              </a:spcAft>
              <a:buClr>
                <a:srgbClr val="000000"/>
              </a:buClr>
              <a:buSzPts val="1400"/>
              <a:buFont typeface="Arial"/>
              <a:buNone/>
            </a:pPr>
            <a:r>
              <a:rPr b="1" i="0" lang="fr" sz="1400" u="none" cap="none" strike="noStrike">
                <a:solidFill>
                  <a:schemeClr val="lt1"/>
                </a:solidFill>
                <a:latin typeface="Roboto Slab"/>
                <a:ea typeface="Roboto Slab"/>
                <a:cs typeface="Roboto Slab"/>
                <a:sym typeface="Roboto Slab"/>
              </a:rPr>
              <a:t>GNN</a:t>
            </a:r>
            <a:endParaRPr b="1" i="0" sz="1400" u="none" cap="none" strike="noStrike">
              <a:solidFill>
                <a:schemeClr val="lt1"/>
              </a:solidFill>
              <a:latin typeface="Roboto Slab"/>
              <a:ea typeface="Roboto Slab"/>
              <a:cs typeface="Roboto Slab"/>
              <a:sym typeface="Roboto Slab"/>
            </a:endParaRPr>
          </a:p>
          <a:p>
            <a:pPr indent="0" lvl="0" marL="0" marR="0" rtl="0" algn="ctr">
              <a:lnSpc>
                <a:spcPct val="100000"/>
              </a:lnSpc>
              <a:spcBef>
                <a:spcPts val="0"/>
              </a:spcBef>
              <a:spcAft>
                <a:spcPts val="0"/>
              </a:spcAft>
              <a:buClr>
                <a:srgbClr val="000000"/>
              </a:buClr>
              <a:buSzPts val="1400"/>
              <a:buFont typeface="Arial"/>
              <a:buNone/>
            </a:pPr>
            <a:r>
              <a:rPr b="1" i="0" lang="fr" sz="1400" u="none" cap="none" strike="noStrike">
                <a:solidFill>
                  <a:schemeClr val="lt1"/>
                </a:solidFill>
                <a:latin typeface="Roboto Slab"/>
                <a:ea typeface="Roboto Slab"/>
                <a:cs typeface="Roboto Slab"/>
                <a:sym typeface="Roboto Slab"/>
              </a:rPr>
              <a:t>GNN</a:t>
            </a:r>
            <a:endParaRPr b="1" i="0" sz="1400" u="none" cap="none" strike="noStrike">
              <a:solidFill>
                <a:schemeClr val="lt1"/>
              </a:solidFill>
              <a:latin typeface="Roboto Slab"/>
              <a:ea typeface="Roboto Slab"/>
              <a:cs typeface="Roboto Slab"/>
              <a:sym typeface="Roboto Slab"/>
            </a:endParaRPr>
          </a:p>
          <a:p>
            <a:pPr indent="0" lvl="0" marL="0" marR="0" rtl="0" algn="ctr">
              <a:lnSpc>
                <a:spcPct val="100000"/>
              </a:lnSpc>
              <a:spcBef>
                <a:spcPts val="0"/>
              </a:spcBef>
              <a:spcAft>
                <a:spcPts val="0"/>
              </a:spcAft>
              <a:buClr>
                <a:srgbClr val="000000"/>
              </a:buClr>
              <a:buSzPts val="1400"/>
              <a:buFont typeface="Arial"/>
              <a:buNone/>
            </a:pPr>
            <a:r>
              <a:rPr b="1" i="0" lang="fr" sz="1400" u="none" cap="none" strike="noStrike">
                <a:solidFill>
                  <a:schemeClr val="lt1"/>
                </a:solidFill>
                <a:latin typeface="Roboto Slab"/>
                <a:ea typeface="Roboto Slab"/>
                <a:cs typeface="Roboto Slab"/>
                <a:sym typeface="Roboto Slab"/>
              </a:rPr>
              <a:t>GNN</a:t>
            </a:r>
            <a:endParaRPr b="1" i="0" sz="1400" u="none" cap="none" strike="noStrike">
              <a:solidFill>
                <a:schemeClr val="lt1"/>
              </a:solidFill>
              <a:latin typeface="Roboto Slab"/>
              <a:ea typeface="Roboto Slab"/>
              <a:cs typeface="Roboto Slab"/>
              <a:sym typeface="Roboto Slab"/>
            </a:endParaRPr>
          </a:p>
          <a:p>
            <a:pPr indent="0" lvl="0" marL="0" marR="0" rtl="0" algn="ctr">
              <a:lnSpc>
                <a:spcPct val="100000"/>
              </a:lnSpc>
              <a:spcBef>
                <a:spcPts val="0"/>
              </a:spcBef>
              <a:spcAft>
                <a:spcPts val="0"/>
              </a:spcAft>
              <a:buClr>
                <a:srgbClr val="000000"/>
              </a:buClr>
              <a:buSzPts val="1400"/>
              <a:buFont typeface="Arial"/>
              <a:buNone/>
            </a:pPr>
            <a:r>
              <a:rPr b="1" i="0" lang="fr" sz="1400" u="none" cap="none" strike="noStrike">
                <a:solidFill>
                  <a:schemeClr val="lt1"/>
                </a:solidFill>
                <a:latin typeface="Roboto Slab"/>
                <a:ea typeface="Roboto Slab"/>
                <a:cs typeface="Roboto Slab"/>
                <a:sym typeface="Roboto Slab"/>
              </a:rPr>
              <a:t>GNN</a:t>
            </a:r>
            <a:endParaRPr b="1" i="0" sz="1400" u="none" cap="none" strike="noStrike">
              <a:solidFill>
                <a:schemeClr val="lt1"/>
              </a:solidFill>
              <a:latin typeface="Roboto Slab"/>
              <a:ea typeface="Roboto Slab"/>
              <a:cs typeface="Roboto Slab"/>
              <a:sym typeface="Roboto Slab"/>
            </a:endParaRPr>
          </a:p>
          <a:p>
            <a:pPr indent="0" lvl="0" marL="0" marR="0" rtl="0" algn="ctr">
              <a:lnSpc>
                <a:spcPct val="100000"/>
              </a:lnSpc>
              <a:spcBef>
                <a:spcPts val="0"/>
              </a:spcBef>
              <a:spcAft>
                <a:spcPts val="0"/>
              </a:spcAft>
              <a:buClr>
                <a:srgbClr val="000000"/>
              </a:buClr>
              <a:buSzPts val="1400"/>
              <a:buFont typeface="Arial"/>
              <a:buNone/>
            </a:pPr>
            <a:r>
              <a:rPr b="1" i="0" lang="fr" sz="1400" u="none" cap="none" strike="noStrike">
                <a:solidFill>
                  <a:schemeClr val="lt1"/>
                </a:solidFill>
                <a:latin typeface="Roboto Slab"/>
                <a:ea typeface="Roboto Slab"/>
                <a:cs typeface="Roboto Slab"/>
                <a:sym typeface="Roboto Slab"/>
              </a:rPr>
              <a:t>GNN</a:t>
            </a:r>
            <a:endParaRPr b="1" i="0" sz="1400" u="none" cap="none" strike="noStrike">
              <a:solidFill>
                <a:schemeClr val="lt1"/>
              </a:solidFill>
              <a:latin typeface="Roboto Slab"/>
              <a:ea typeface="Roboto Slab"/>
              <a:cs typeface="Roboto Slab"/>
              <a:sym typeface="Roboto Slab"/>
            </a:endParaRPr>
          </a:p>
          <a:p>
            <a:pPr indent="0" lvl="0" marL="0" marR="0" rtl="0" algn="ctr">
              <a:lnSpc>
                <a:spcPct val="100000"/>
              </a:lnSpc>
              <a:spcBef>
                <a:spcPts val="0"/>
              </a:spcBef>
              <a:spcAft>
                <a:spcPts val="0"/>
              </a:spcAft>
              <a:buClr>
                <a:srgbClr val="000000"/>
              </a:buClr>
              <a:buSzPts val="1900"/>
              <a:buFont typeface="Arial"/>
              <a:buNone/>
            </a:pPr>
            <a:r>
              <a:t/>
            </a:r>
            <a:endParaRPr b="1" i="0" sz="1900" u="none" cap="none" strike="noStrike">
              <a:solidFill>
                <a:srgbClr val="000000"/>
              </a:solidFill>
              <a:latin typeface="Roboto Slab"/>
              <a:ea typeface="Roboto Slab"/>
              <a:cs typeface="Roboto Slab"/>
              <a:sym typeface="Roboto Slab"/>
            </a:endParaRPr>
          </a:p>
          <a:p>
            <a:pPr indent="0" lvl="0" marL="0" marR="0" rtl="0" algn="just">
              <a:lnSpc>
                <a:spcPct val="100000"/>
              </a:lnSpc>
              <a:spcBef>
                <a:spcPts val="0"/>
              </a:spcBef>
              <a:spcAft>
                <a:spcPts val="0"/>
              </a:spcAft>
              <a:buClr>
                <a:srgbClr val="000000"/>
              </a:buClr>
              <a:buSzPts val="1900"/>
              <a:buFont typeface="Arial"/>
              <a:buNone/>
            </a:pPr>
            <a:r>
              <a:t/>
            </a:r>
            <a:endParaRPr b="1" i="0" sz="1900" u="none" cap="none" strike="noStrike">
              <a:solidFill>
                <a:srgbClr val="000000"/>
              </a:solidFill>
              <a:latin typeface="Roboto Slab"/>
              <a:ea typeface="Roboto Slab"/>
              <a:cs typeface="Roboto Slab"/>
              <a:sym typeface="Roboto Slab"/>
            </a:endParaRPr>
          </a:p>
        </p:txBody>
      </p:sp>
      <p:sp>
        <p:nvSpPr>
          <p:cNvPr id="590" name="Google Shape;590;g2d33b3c898e_0_134"/>
          <p:cNvSpPr/>
          <p:nvPr/>
        </p:nvSpPr>
        <p:spPr>
          <a:xfrm>
            <a:off x="2869225" y="1737950"/>
            <a:ext cx="996600" cy="9672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fr" sz="1400" u="none" cap="none" strike="noStrike">
                <a:solidFill>
                  <a:srgbClr val="000000"/>
                </a:solidFill>
                <a:latin typeface="Arial"/>
                <a:ea typeface="Arial"/>
                <a:cs typeface="Arial"/>
                <a:sym typeface="Arial"/>
              </a:rPr>
              <a:t>CNN</a:t>
            </a:r>
            <a:endParaRPr b="0" i="0" sz="1400" u="none" cap="none" strike="noStrike">
              <a:solidFill>
                <a:srgbClr val="000000"/>
              </a:solidFill>
              <a:latin typeface="Arial"/>
              <a:ea typeface="Arial"/>
              <a:cs typeface="Arial"/>
              <a:sym typeface="Arial"/>
            </a:endParaRPr>
          </a:p>
        </p:txBody>
      </p:sp>
      <p:sp>
        <p:nvSpPr>
          <p:cNvPr id="591" name="Google Shape;591;g2d33b3c898e_0_134"/>
          <p:cNvSpPr txBox="1"/>
          <p:nvPr/>
        </p:nvSpPr>
        <p:spPr>
          <a:xfrm>
            <a:off x="483575" y="2379750"/>
            <a:ext cx="2183400" cy="3840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600"/>
              <a:buFont typeface="Arial"/>
              <a:buNone/>
            </a:pPr>
            <a:r>
              <a:rPr b="0" i="0" lang="fr" sz="1600" u="none" cap="none" strike="noStrike">
                <a:solidFill>
                  <a:schemeClr val="dk1"/>
                </a:solidFill>
                <a:latin typeface="Roboto Slab"/>
                <a:ea typeface="Roboto Slab"/>
                <a:cs typeface="Roboto Slab"/>
                <a:sym typeface="Roboto Slab"/>
              </a:rPr>
              <a:t>Embeddings train du GNN</a:t>
            </a:r>
            <a:endParaRPr b="0" i="0" sz="1600" u="none" cap="none" strike="noStrike">
              <a:solidFill>
                <a:schemeClr val="dk1"/>
              </a:solidFill>
              <a:latin typeface="Roboto Slab"/>
              <a:ea typeface="Roboto Slab"/>
              <a:cs typeface="Roboto Slab"/>
              <a:sym typeface="Roboto Slab"/>
            </a:endParaRPr>
          </a:p>
        </p:txBody>
      </p:sp>
      <p:sp>
        <p:nvSpPr>
          <p:cNvPr id="592" name="Google Shape;592;g2d33b3c898e_0_134"/>
          <p:cNvSpPr txBox="1"/>
          <p:nvPr/>
        </p:nvSpPr>
        <p:spPr>
          <a:xfrm>
            <a:off x="466000" y="1890350"/>
            <a:ext cx="2183400" cy="3840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600"/>
              <a:buFont typeface="Arial"/>
              <a:buNone/>
            </a:pPr>
            <a:r>
              <a:rPr b="0" i="0" lang="fr" sz="1600" u="none" cap="none" strike="noStrike">
                <a:solidFill>
                  <a:schemeClr val="dk1"/>
                </a:solidFill>
                <a:latin typeface="Roboto Slab"/>
                <a:ea typeface="Roboto Slab"/>
                <a:cs typeface="Roboto Slab"/>
                <a:sym typeface="Roboto Slab"/>
              </a:rPr>
              <a:t>Données de train</a:t>
            </a:r>
            <a:endParaRPr b="0" i="0" sz="1600" u="none" cap="none" strike="noStrike">
              <a:solidFill>
                <a:schemeClr val="dk1"/>
              </a:solidFill>
              <a:latin typeface="Roboto Slab"/>
              <a:ea typeface="Roboto Slab"/>
              <a:cs typeface="Roboto Slab"/>
              <a:sym typeface="Roboto Slab"/>
            </a:endParaRPr>
          </a:p>
        </p:txBody>
      </p:sp>
      <p:sp>
        <p:nvSpPr>
          <p:cNvPr id="593" name="Google Shape;593;g2d33b3c898e_0_134"/>
          <p:cNvSpPr/>
          <p:nvPr/>
        </p:nvSpPr>
        <p:spPr>
          <a:xfrm>
            <a:off x="2886800" y="3297125"/>
            <a:ext cx="996600" cy="9672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fr" sz="1400" u="none" cap="none" strike="noStrike">
                <a:solidFill>
                  <a:srgbClr val="000000"/>
                </a:solidFill>
                <a:latin typeface="Arial"/>
                <a:ea typeface="Arial"/>
                <a:cs typeface="Arial"/>
                <a:sym typeface="Arial"/>
              </a:rPr>
              <a:t>CNN</a:t>
            </a:r>
            <a:endParaRPr b="0" i="0" sz="1400" u="none" cap="none" strike="noStrike">
              <a:solidFill>
                <a:srgbClr val="000000"/>
              </a:solidFill>
              <a:latin typeface="Arial"/>
              <a:ea typeface="Arial"/>
              <a:cs typeface="Arial"/>
              <a:sym typeface="Arial"/>
            </a:endParaRPr>
          </a:p>
        </p:txBody>
      </p:sp>
      <p:sp>
        <p:nvSpPr>
          <p:cNvPr id="594" name="Google Shape;594;g2d33b3c898e_0_134"/>
          <p:cNvSpPr txBox="1"/>
          <p:nvPr/>
        </p:nvSpPr>
        <p:spPr>
          <a:xfrm>
            <a:off x="542200" y="3516925"/>
            <a:ext cx="1758300" cy="454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600"/>
              <a:buFont typeface="Arial"/>
              <a:buNone/>
            </a:pPr>
            <a:r>
              <a:rPr b="0" i="0" lang="fr" sz="1600" u="none" cap="none" strike="noStrike">
                <a:solidFill>
                  <a:schemeClr val="dk1"/>
                </a:solidFill>
                <a:latin typeface="Roboto Slab"/>
                <a:ea typeface="Roboto Slab"/>
                <a:cs typeface="Roboto Slab"/>
                <a:sym typeface="Roboto Slab"/>
              </a:rPr>
              <a:t>Données de test</a:t>
            </a:r>
            <a:endParaRPr b="0" i="0" sz="1600" u="none" cap="none" strike="noStrike">
              <a:solidFill>
                <a:schemeClr val="dk1"/>
              </a:solidFill>
              <a:latin typeface="Roboto Slab"/>
              <a:ea typeface="Roboto Slab"/>
              <a:cs typeface="Roboto Slab"/>
              <a:sym typeface="Roboto Slab"/>
            </a:endParaRPr>
          </a:p>
        </p:txBody>
      </p:sp>
      <p:sp>
        <p:nvSpPr>
          <p:cNvPr id="595" name="Google Shape;595;g2d33b3c898e_0_134"/>
          <p:cNvSpPr/>
          <p:nvPr/>
        </p:nvSpPr>
        <p:spPr>
          <a:xfrm>
            <a:off x="4059125" y="3590200"/>
            <a:ext cx="410400" cy="2637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6" name="Google Shape;596;g2d33b3c898e_0_134"/>
          <p:cNvSpPr txBox="1"/>
          <p:nvPr/>
        </p:nvSpPr>
        <p:spPr>
          <a:xfrm>
            <a:off x="4645250" y="3525250"/>
            <a:ext cx="1509300" cy="3936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600"/>
              <a:buFont typeface="Arial"/>
              <a:buNone/>
            </a:pPr>
            <a:r>
              <a:rPr b="0" i="0" lang="fr" sz="1600" u="none" cap="none" strike="noStrike">
                <a:solidFill>
                  <a:schemeClr val="dk1"/>
                </a:solidFill>
                <a:latin typeface="Roboto Slab"/>
                <a:ea typeface="Roboto Slab"/>
                <a:cs typeface="Roboto Slab"/>
                <a:sym typeface="Roboto Slab"/>
              </a:rPr>
              <a:t>Embeddings de test</a:t>
            </a:r>
            <a:endParaRPr b="0" i="0" sz="1600" u="none" cap="none" strike="noStrike">
              <a:solidFill>
                <a:schemeClr val="dk1"/>
              </a:solidFill>
              <a:latin typeface="Roboto Slab"/>
              <a:ea typeface="Roboto Slab"/>
              <a:cs typeface="Roboto Slab"/>
              <a:sym typeface="Roboto Slab"/>
            </a:endParaRPr>
          </a:p>
        </p:txBody>
      </p:sp>
      <p:sp>
        <p:nvSpPr>
          <p:cNvPr id="597" name="Google Shape;597;g2d33b3c898e_0_134"/>
          <p:cNvSpPr/>
          <p:nvPr/>
        </p:nvSpPr>
        <p:spPr>
          <a:xfrm>
            <a:off x="6837500" y="2455950"/>
            <a:ext cx="996600" cy="826800"/>
          </a:xfrm>
          <a:prstGeom prst="rect">
            <a:avLst/>
          </a:prstGeom>
          <a:solidFill>
            <a:srgbClr val="741B47"/>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600"/>
              <a:buFont typeface="Arial"/>
              <a:buNone/>
            </a:pPr>
            <a:r>
              <a:rPr b="1" i="0" lang="fr" sz="1600" u="none" cap="none" strike="noStrike">
                <a:solidFill>
                  <a:schemeClr val="lt1"/>
                </a:solidFill>
                <a:latin typeface="Roboto Slab"/>
                <a:ea typeface="Roboto Slab"/>
                <a:cs typeface="Roboto Slab"/>
                <a:sym typeface="Roboto Slab"/>
              </a:rPr>
              <a:t>SVM</a:t>
            </a:r>
            <a:endParaRPr b="1" i="0" sz="1600" u="none" cap="none" strike="noStrike">
              <a:solidFill>
                <a:schemeClr val="lt1"/>
              </a:solidFill>
              <a:latin typeface="Roboto Slab"/>
              <a:ea typeface="Roboto Slab"/>
              <a:cs typeface="Roboto Slab"/>
              <a:sym typeface="Roboto Slab"/>
            </a:endParaRPr>
          </a:p>
        </p:txBody>
      </p:sp>
      <p:sp>
        <p:nvSpPr>
          <p:cNvPr id="598" name="Google Shape;598;g2d33b3c898e_0_134"/>
          <p:cNvSpPr/>
          <p:nvPr/>
        </p:nvSpPr>
        <p:spPr>
          <a:xfrm>
            <a:off x="6081350" y="1524000"/>
            <a:ext cx="73200" cy="2740200"/>
          </a:xfrm>
          <a:prstGeom prst="rightBrace">
            <a:avLst>
              <a:gd fmla="val 50000" name="adj1"/>
              <a:gd fmla="val 50000" name="adj2"/>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99" name="Google Shape;599;g2d33b3c898e_0_134"/>
          <p:cNvSpPr/>
          <p:nvPr/>
        </p:nvSpPr>
        <p:spPr>
          <a:xfrm>
            <a:off x="6271850" y="2813550"/>
            <a:ext cx="410400" cy="1758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transition spd="med">
    <p:fade thruBlk="1"/>
  </p:transition>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3" name="Shape 603"/>
        <p:cNvGrpSpPr/>
        <p:nvPr/>
      </p:nvGrpSpPr>
      <p:grpSpPr>
        <a:xfrm>
          <a:off x="0" y="0"/>
          <a:ext cx="0" cy="0"/>
          <a:chOff x="0" y="0"/>
          <a:chExt cx="0" cy="0"/>
        </a:xfrm>
      </p:grpSpPr>
      <p:sp>
        <p:nvSpPr>
          <p:cNvPr id="604" name="Google Shape;604;p35"/>
          <p:cNvSpPr/>
          <p:nvPr/>
        </p:nvSpPr>
        <p:spPr>
          <a:xfrm>
            <a:off x="1286920" y="70943"/>
            <a:ext cx="6165300" cy="524400"/>
          </a:xfrm>
          <a:prstGeom prst="snip2DiagRect">
            <a:avLst>
              <a:gd fmla="val 0" name="adj1"/>
              <a:gd fmla="val 16667" name="adj2"/>
            </a:avLst>
          </a:prstGeom>
          <a:gradFill>
            <a:gsLst>
              <a:gs pos="0">
                <a:srgbClr val="82BAFF"/>
              </a:gs>
              <a:gs pos="50000">
                <a:srgbClr val="B3D3FF"/>
              </a:gs>
              <a:gs pos="100000">
                <a:srgbClr val="DAE9FF"/>
              </a:gs>
            </a:gsLst>
            <a:path path="circle">
              <a:fillToRect b="100%" l="100%"/>
            </a:path>
            <a:tileRect r="-100%" t="-10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605" name="Google Shape;605;p35"/>
          <p:cNvSpPr txBox="1"/>
          <p:nvPr>
            <p:ph type="ctrTitle"/>
          </p:nvPr>
        </p:nvSpPr>
        <p:spPr>
          <a:xfrm>
            <a:off x="1907704" y="-92546"/>
            <a:ext cx="6246900" cy="8268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4400"/>
              <a:buNone/>
            </a:pPr>
            <a:r>
              <a:rPr b="1" lang="fr" sz="2000">
                <a:solidFill>
                  <a:schemeClr val="dk1"/>
                </a:solidFill>
              </a:rPr>
              <a:t>4.   </a:t>
            </a:r>
            <a:r>
              <a:rPr lang="fr" sz="2000">
                <a:solidFill>
                  <a:schemeClr val="dk1"/>
                </a:solidFill>
              </a:rPr>
              <a:t>EXPÉRIMENTATIONS</a:t>
            </a:r>
            <a:r>
              <a:rPr b="1" lang="fr" sz="2000">
                <a:solidFill>
                  <a:schemeClr val="dk1"/>
                </a:solidFill>
              </a:rPr>
              <a:t> ET R</a:t>
            </a:r>
            <a:r>
              <a:rPr lang="fr" sz="2000">
                <a:solidFill>
                  <a:schemeClr val="dk1"/>
                </a:solidFill>
              </a:rPr>
              <a:t>É</a:t>
            </a:r>
            <a:r>
              <a:rPr b="1" lang="fr" sz="2000">
                <a:solidFill>
                  <a:schemeClr val="dk1"/>
                </a:solidFill>
              </a:rPr>
              <a:t>SULTATS</a:t>
            </a:r>
            <a:endParaRPr b="1" sz="2000">
              <a:solidFill>
                <a:schemeClr val="dk1"/>
              </a:solidFill>
            </a:endParaRPr>
          </a:p>
        </p:txBody>
      </p:sp>
      <p:sp>
        <p:nvSpPr>
          <p:cNvPr id="606" name="Google Shape;606;p35"/>
          <p:cNvSpPr txBox="1"/>
          <p:nvPr>
            <p:ph idx="4294967295" type="sldNum"/>
          </p:nvPr>
        </p:nvSpPr>
        <p:spPr>
          <a:xfrm>
            <a:off x="8594725" y="4749800"/>
            <a:ext cx="549275" cy="3937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1300"/>
              <a:buNone/>
            </a:pPr>
            <a:fld id="{00000000-1234-1234-1234-123412341234}" type="slidenum">
              <a:rPr lang="fr"/>
              <a:t>‹#›</a:t>
            </a:fld>
            <a:endParaRPr/>
          </a:p>
        </p:txBody>
      </p:sp>
      <p:pic>
        <p:nvPicPr>
          <p:cNvPr id="607" name="Google Shape;607;p35"/>
          <p:cNvPicPr preferRelativeResize="0"/>
          <p:nvPr/>
        </p:nvPicPr>
        <p:blipFill rotWithShape="1">
          <a:blip r:embed="rId3">
            <a:alphaModFix/>
          </a:blip>
          <a:srcRect b="0" l="0" r="0" t="0"/>
          <a:stretch/>
        </p:blipFill>
        <p:spPr>
          <a:xfrm>
            <a:off x="773675" y="1439199"/>
            <a:ext cx="1012250" cy="1108580"/>
          </a:xfrm>
          <a:prstGeom prst="rect">
            <a:avLst/>
          </a:prstGeom>
          <a:noFill/>
          <a:ln>
            <a:noFill/>
          </a:ln>
        </p:spPr>
      </p:pic>
      <p:pic>
        <p:nvPicPr>
          <p:cNvPr id="608" name="Google Shape;608;p35"/>
          <p:cNvPicPr preferRelativeResize="0"/>
          <p:nvPr/>
        </p:nvPicPr>
        <p:blipFill rotWithShape="1">
          <a:blip r:embed="rId4">
            <a:alphaModFix/>
          </a:blip>
          <a:srcRect b="0" l="0" r="0" t="0"/>
          <a:stretch/>
        </p:blipFill>
        <p:spPr>
          <a:xfrm>
            <a:off x="3415424" y="1380599"/>
            <a:ext cx="1219200" cy="1219179"/>
          </a:xfrm>
          <a:prstGeom prst="rect">
            <a:avLst/>
          </a:prstGeom>
          <a:noFill/>
          <a:ln>
            <a:noFill/>
          </a:ln>
        </p:spPr>
      </p:pic>
      <p:pic>
        <p:nvPicPr>
          <p:cNvPr id="609" name="Google Shape;609;p35"/>
          <p:cNvPicPr preferRelativeResize="0"/>
          <p:nvPr/>
        </p:nvPicPr>
        <p:blipFill rotWithShape="1">
          <a:blip r:embed="rId5">
            <a:alphaModFix/>
          </a:blip>
          <a:srcRect b="0" l="0" r="0" t="0"/>
          <a:stretch/>
        </p:blipFill>
        <p:spPr>
          <a:xfrm>
            <a:off x="6736750" y="1210600"/>
            <a:ext cx="1531200" cy="1531200"/>
          </a:xfrm>
          <a:prstGeom prst="rect">
            <a:avLst/>
          </a:prstGeom>
          <a:noFill/>
          <a:ln>
            <a:noFill/>
          </a:ln>
        </p:spPr>
      </p:pic>
      <p:sp>
        <p:nvSpPr>
          <p:cNvPr id="610" name="Google Shape;610;p35"/>
          <p:cNvSpPr txBox="1"/>
          <p:nvPr/>
        </p:nvSpPr>
        <p:spPr>
          <a:xfrm>
            <a:off x="485875" y="2479600"/>
            <a:ext cx="1531200" cy="268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400"/>
              <a:buFont typeface="Arial"/>
              <a:buNone/>
            </a:pPr>
            <a:r>
              <a:rPr b="1" i="0" lang="fr" sz="2400" u="none" cap="none" strike="noStrike">
                <a:solidFill>
                  <a:schemeClr val="dk1"/>
                </a:solidFill>
                <a:latin typeface="Arial"/>
                <a:ea typeface="Arial"/>
                <a:cs typeface="Arial"/>
                <a:sym typeface="Arial"/>
              </a:rPr>
              <a:t>Python</a:t>
            </a:r>
            <a:endParaRPr b="1" i="0" sz="2400" u="none" cap="none" strike="noStrike">
              <a:solidFill>
                <a:schemeClr val="dk1"/>
              </a:solidFill>
              <a:latin typeface="Arial"/>
              <a:ea typeface="Arial"/>
              <a:cs typeface="Arial"/>
              <a:sym typeface="Arial"/>
            </a:endParaRPr>
          </a:p>
        </p:txBody>
      </p:sp>
      <p:sp>
        <p:nvSpPr>
          <p:cNvPr id="611" name="Google Shape;611;p35"/>
          <p:cNvSpPr txBox="1"/>
          <p:nvPr/>
        </p:nvSpPr>
        <p:spPr>
          <a:xfrm>
            <a:off x="3423525" y="2623975"/>
            <a:ext cx="1296000" cy="3387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200"/>
              <a:buFont typeface="Arial"/>
              <a:buNone/>
            </a:pPr>
            <a:r>
              <a:rPr b="1" i="0" lang="fr" sz="2200" u="none" cap="none" strike="noStrike">
                <a:solidFill>
                  <a:schemeClr val="dk1"/>
                </a:solidFill>
                <a:latin typeface="Arial"/>
                <a:ea typeface="Arial"/>
                <a:cs typeface="Arial"/>
                <a:sym typeface="Arial"/>
              </a:rPr>
              <a:t>Vs code</a:t>
            </a:r>
            <a:endParaRPr b="1" i="0" sz="2200" u="none" cap="none" strike="noStrike">
              <a:solidFill>
                <a:schemeClr val="dk1"/>
              </a:solidFill>
              <a:latin typeface="Arial"/>
              <a:ea typeface="Arial"/>
              <a:cs typeface="Arial"/>
              <a:sym typeface="Arial"/>
            </a:endParaRPr>
          </a:p>
        </p:txBody>
      </p:sp>
      <p:sp>
        <p:nvSpPr>
          <p:cNvPr id="612" name="Google Shape;612;p35"/>
          <p:cNvSpPr txBox="1"/>
          <p:nvPr/>
        </p:nvSpPr>
        <p:spPr>
          <a:xfrm>
            <a:off x="6971950" y="2659225"/>
            <a:ext cx="1296000" cy="268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000"/>
              <a:buFont typeface="Arial"/>
              <a:buNone/>
            </a:pPr>
            <a:r>
              <a:rPr b="1" i="0" lang="fr" sz="2000" u="none" cap="none" strike="noStrike">
                <a:solidFill>
                  <a:schemeClr val="dk1"/>
                </a:solidFill>
                <a:latin typeface="Arial"/>
                <a:ea typeface="Arial"/>
                <a:cs typeface="Arial"/>
                <a:sym typeface="Arial"/>
              </a:rPr>
              <a:t>Kaldi</a:t>
            </a:r>
            <a:endParaRPr b="1" i="0" sz="2000" u="none" cap="none" strike="noStrike">
              <a:solidFill>
                <a:schemeClr val="dk1"/>
              </a:solidFill>
              <a:latin typeface="Arial"/>
              <a:ea typeface="Arial"/>
              <a:cs typeface="Arial"/>
              <a:sym typeface="Arial"/>
            </a:endParaRPr>
          </a:p>
        </p:txBody>
      </p:sp>
      <p:sp>
        <p:nvSpPr>
          <p:cNvPr id="613" name="Google Shape;613;p35"/>
          <p:cNvSpPr txBox="1"/>
          <p:nvPr/>
        </p:nvSpPr>
        <p:spPr>
          <a:xfrm>
            <a:off x="3497625" y="4037725"/>
            <a:ext cx="1743900" cy="5244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000"/>
              <a:buFont typeface="Arial"/>
              <a:buNone/>
            </a:pPr>
            <a:r>
              <a:rPr b="1" i="0" lang="fr" sz="3000" u="none" cap="none" strike="noStrike">
                <a:solidFill>
                  <a:schemeClr val="dk1"/>
                </a:solidFill>
                <a:latin typeface="Arial"/>
                <a:ea typeface="Arial"/>
                <a:cs typeface="Arial"/>
                <a:sym typeface="Arial"/>
              </a:rPr>
              <a:t>Kaldiio</a:t>
            </a:r>
            <a:endParaRPr b="1" i="0" sz="3000" u="none" cap="none" strike="noStrike">
              <a:solidFill>
                <a:schemeClr val="dk1"/>
              </a:solidFill>
              <a:latin typeface="Arial"/>
              <a:ea typeface="Arial"/>
              <a:cs typeface="Arial"/>
              <a:sym typeface="Arial"/>
            </a:endParaRPr>
          </a:p>
        </p:txBody>
      </p:sp>
    </p:spTree>
  </p:cSld>
  <p:clrMapOvr>
    <a:masterClrMapping/>
  </p:clrMapOvr>
  <p:transition>
    <p:fade thruBlk="1"/>
  </p:transition>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7" name="Shape 617"/>
        <p:cNvGrpSpPr/>
        <p:nvPr/>
      </p:nvGrpSpPr>
      <p:grpSpPr>
        <a:xfrm>
          <a:off x="0" y="0"/>
          <a:ext cx="0" cy="0"/>
          <a:chOff x="0" y="0"/>
          <a:chExt cx="0" cy="0"/>
        </a:xfrm>
      </p:grpSpPr>
      <p:sp>
        <p:nvSpPr>
          <p:cNvPr id="618" name="Google Shape;618;p36"/>
          <p:cNvSpPr/>
          <p:nvPr/>
        </p:nvSpPr>
        <p:spPr>
          <a:xfrm>
            <a:off x="1286920" y="70943"/>
            <a:ext cx="6165300" cy="524400"/>
          </a:xfrm>
          <a:prstGeom prst="snip2DiagRect">
            <a:avLst>
              <a:gd fmla="val 0" name="adj1"/>
              <a:gd fmla="val 16667" name="adj2"/>
            </a:avLst>
          </a:prstGeom>
          <a:gradFill>
            <a:gsLst>
              <a:gs pos="0">
                <a:srgbClr val="82BAFF"/>
              </a:gs>
              <a:gs pos="50000">
                <a:srgbClr val="B3D3FF"/>
              </a:gs>
              <a:gs pos="100000">
                <a:srgbClr val="DAE9FF"/>
              </a:gs>
            </a:gsLst>
            <a:path path="circle">
              <a:fillToRect b="100%" l="100%"/>
            </a:path>
            <a:tileRect r="-100%" t="-100%"/>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619" name="Google Shape;619;p36"/>
          <p:cNvSpPr txBox="1"/>
          <p:nvPr>
            <p:ph type="ctrTitle"/>
          </p:nvPr>
        </p:nvSpPr>
        <p:spPr>
          <a:xfrm>
            <a:off x="1907704" y="-92546"/>
            <a:ext cx="6246900" cy="8268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4400"/>
              <a:buNone/>
            </a:pPr>
            <a:r>
              <a:rPr b="1" lang="fr" sz="2000">
                <a:solidFill>
                  <a:schemeClr val="dk1"/>
                </a:solidFill>
              </a:rPr>
              <a:t>4.   </a:t>
            </a:r>
            <a:r>
              <a:rPr lang="fr" sz="2000">
                <a:solidFill>
                  <a:schemeClr val="dk1"/>
                </a:solidFill>
              </a:rPr>
              <a:t>EXPÉRIMENTATIONS</a:t>
            </a:r>
            <a:r>
              <a:rPr b="1" lang="fr" sz="2000">
                <a:solidFill>
                  <a:schemeClr val="dk1"/>
                </a:solidFill>
              </a:rPr>
              <a:t> ET R</a:t>
            </a:r>
            <a:r>
              <a:rPr lang="fr" sz="2000">
                <a:solidFill>
                  <a:schemeClr val="dk1"/>
                </a:solidFill>
              </a:rPr>
              <a:t>É</a:t>
            </a:r>
            <a:r>
              <a:rPr b="1" lang="fr" sz="2000">
                <a:solidFill>
                  <a:schemeClr val="dk1"/>
                </a:solidFill>
              </a:rPr>
              <a:t>SULTATS</a:t>
            </a:r>
            <a:endParaRPr b="1" sz="2000">
              <a:solidFill>
                <a:schemeClr val="dk1"/>
              </a:solidFill>
            </a:endParaRPr>
          </a:p>
        </p:txBody>
      </p:sp>
      <p:sp>
        <p:nvSpPr>
          <p:cNvPr id="620" name="Google Shape;620;p36"/>
          <p:cNvSpPr txBox="1"/>
          <p:nvPr>
            <p:ph idx="4294967295" type="sldNum"/>
          </p:nvPr>
        </p:nvSpPr>
        <p:spPr>
          <a:xfrm>
            <a:off x="8594725" y="4749800"/>
            <a:ext cx="549300" cy="3936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1300"/>
              <a:buNone/>
            </a:pPr>
            <a:fld id="{00000000-1234-1234-1234-123412341234}" type="slidenum">
              <a:rPr lang="fr"/>
              <a:t>‹#›</a:t>
            </a:fld>
            <a:endParaRPr/>
          </a:p>
        </p:txBody>
      </p:sp>
      <p:pic>
        <p:nvPicPr>
          <p:cNvPr id="621" name="Google Shape;621;p36"/>
          <p:cNvPicPr preferRelativeResize="0"/>
          <p:nvPr/>
        </p:nvPicPr>
        <p:blipFill rotWithShape="1">
          <a:blip r:embed="rId3">
            <a:alphaModFix/>
          </a:blip>
          <a:srcRect b="0" l="0" r="0" t="0"/>
          <a:stretch/>
        </p:blipFill>
        <p:spPr>
          <a:xfrm>
            <a:off x="1943750" y="3694168"/>
            <a:ext cx="5256500" cy="1422175"/>
          </a:xfrm>
          <a:prstGeom prst="rect">
            <a:avLst/>
          </a:prstGeom>
          <a:noFill/>
          <a:ln>
            <a:noFill/>
          </a:ln>
        </p:spPr>
      </p:pic>
      <p:pic>
        <p:nvPicPr>
          <p:cNvPr id="622" name="Google Shape;622;p36"/>
          <p:cNvPicPr preferRelativeResize="0"/>
          <p:nvPr/>
        </p:nvPicPr>
        <p:blipFill rotWithShape="1">
          <a:blip r:embed="rId4">
            <a:alphaModFix/>
          </a:blip>
          <a:srcRect b="0" l="0" r="0" t="0"/>
          <a:stretch/>
        </p:blipFill>
        <p:spPr>
          <a:xfrm>
            <a:off x="1602500" y="1438177"/>
            <a:ext cx="6063850" cy="2267150"/>
          </a:xfrm>
          <a:prstGeom prst="rect">
            <a:avLst/>
          </a:prstGeom>
          <a:noFill/>
          <a:ln>
            <a:noFill/>
          </a:ln>
        </p:spPr>
      </p:pic>
    </p:spTree>
  </p:cSld>
  <p:clrMapOvr>
    <a:masterClrMapping/>
  </p:clrMapOvr>
  <p:transition>
    <p:fade thruBlk="1"/>
  </p:transition>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6" name="Shape 626"/>
        <p:cNvGrpSpPr/>
        <p:nvPr/>
      </p:nvGrpSpPr>
      <p:grpSpPr>
        <a:xfrm>
          <a:off x="0" y="0"/>
          <a:ext cx="0" cy="0"/>
          <a:chOff x="0" y="0"/>
          <a:chExt cx="0" cy="0"/>
        </a:xfrm>
      </p:grpSpPr>
      <p:sp>
        <p:nvSpPr>
          <p:cNvPr id="627" name="Google Shape;627;g3030270cd2e_0_7"/>
          <p:cNvSpPr/>
          <p:nvPr/>
        </p:nvSpPr>
        <p:spPr>
          <a:xfrm>
            <a:off x="899592" y="2355726"/>
            <a:ext cx="6984900" cy="732300"/>
          </a:xfrm>
          <a:prstGeom prst="snip2DiagRect">
            <a:avLst>
              <a:gd fmla="val 0" name="adj1"/>
              <a:gd fmla="val 16667" name="adj2"/>
            </a:avLst>
          </a:prstGeom>
          <a:gradFill>
            <a:gsLst>
              <a:gs pos="0">
                <a:srgbClr val="0075E5"/>
              </a:gs>
              <a:gs pos="100000">
                <a:srgbClr val="04325F"/>
              </a:gs>
            </a:gsLst>
            <a:path path="circle">
              <a:fillToRect b="50%" l="50%" r="50%" t="50%"/>
            </a:path>
            <a:tileRect/>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628" name="Google Shape;628;g3030270cd2e_0_7"/>
          <p:cNvSpPr txBox="1"/>
          <p:nvPr>
            <p:ph type="ctrTitle"/>
          </p:nvPr>
        </p:nvSpPr>
        <p:spPr>
          <a:xfrm>
            <a:off x="1619672" y="2224011"/>
            <a:ext cx="5832600" cy="774900"/>
          </a:xfrm>
          <a:prstGeom prst="rect">
            <a:avLst/>
          </a:prstGeom>
          <a:noFill/>
          <a:ln>
            <a:noFill/>
          </a:ln>
        </p:spPr>
        <p:txBody>
          <a:bodyPr anchorCtr="0" anchor="b" bIns="91425" lIns="91425" spcFirstLastPara="1" rIns="91425" wrap="square" tIns="91425">
            <a:noAutofit/>
          </a:bodyPr>
          <a:lstStyle/>
          <a:p>
            <a:pPr indent="0" lvl="0" marL="0" rtl="0" algn="l">
              <a:lnSpc>
                <a:spcPct val="100000"/>
              </a:lnSpc>
              <a:spcBef>
                <a:spcPts val="0"/>
              </a:spcBef>
              <a:spcAft>
                <a:spcPts val="0"/>
              </a:spcAft>
              <a:buSzPts val="4400"/>
              <a:buNone/>
            </a:pPr>
            <a:r>
              <a:t/>
            </a:r>
            <a:endParaRPr sz="6000">
              <a:solidFill>
                <a:schemeClr val="accent4"/>
              </a:solidFill>
            </a:endParaRPr>
          </a:p>
          <a:p>
            <a:pPr indent="0" lvl="0" marL="0" rtl="0" algn="l">
              <a:lnSpc>
                <a:spcPct val="100000"/>
              </a:lnSpc>
              <a:spcBef>
                <a:spcPts val="0"/>
              </a:spcBef>
              <a:spcAft>
                <a:spcPts val="0"/>
              </a:spcAft>
              <a:buSzPts val="4400"/>
              <a:buNone/>
            </a:pPr>
            <a:r>
              <a:rPr lang="fr" sz="2800">
                <a:solidFill>
                  <a:schemeClr val="lt1"/>
                </a:solidFill>
              </a:rPr>
              <a:t>5.            CONCLUSION</a:t>
            </a:r>
            <a:endParaRPr sz="2800">
              <a:solidFill>
                <a:schemeClr val="lt1"/>
              </a:solidFill>
            </a:endParaRPr>
          </a:p>
        </p:txBody>
      </p:sp>
      <p:sp>
        <p:nvSpPr>
          <p:cNvPr id="629" name="Google Shape;629;g3030270cd2e_0_7"/>
          <p:cNvSpPr txBox="1"/>
          <p:nvPr>
            <p:ph idx="4294967295" type="sldNum"/>
          </p:nvPr>
        </p:nvSpPr>
        <p:spPr>
          <a:xfrm>
            <a:off x="8594725" y="4749800"/>
            <a:ext cx="549300" cy="3936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1300"/>
              <a:buNone/>
            </a:pPr>
            <a:fld id="{00000000-1234-1234-1234-123412341234}" type="slidenum">
              <a:rPr lang="fr"/>
              <a:t>‹#›</a:t>
            </a:fld>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3" name="Shape 633"/>
        <p:cNvGrpSpPr/>
        <p:nvPr/>
      </p:nvGrpSpPr>
      <p:grpSpPr>
        <a:xfrm>
          <a:off x="0" y="0"/>
          <a:ext cx="0" cy="0"/>
          <a:chOff x="0" y="0"/>
          <a:chExt cx="0" cy="0"/>
        </a:xfrm>
      </p:grpSpPr>
      <p:sp>
        <p:nvSpPr>
          <p:cNvPr id="634" name="Google Shape;634;p38"/>
          <p:cNvSpPr/>
          <p:nvPr/>
        </p:nvSpPr>
        <p:spPr>
          <a:xfrm>
            <a:off x="1286921" y="70942"/>
            <a:ext cx="5013272" cy="484583"/>
          </a:xfrm>
          <a:prstGeom prst="snip2DiagRect">
            <a:avLst>
              <a:gd fmla="val 0" name="adj1"/>
              <a:gd fmla="val 16667" name="adj2"/>
            </a:avLst>
          </a:prstGeom>
          <a:gradFill>
            <a:gsLst>
              <a:gs pos="0">
                <a:srgbClr val="0075E5"/>
              </a:gs>
              <a:gs pos="100000">
                <a:srgbClr val="04325F"/>
              </a:gs>
            </a:gsLst>
            <a:path path="circle">
              <a:fillToRect b="50%" l="50%" r="50%" t="50%"/>
            </a:path>
            <a:tileRect/>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635" name="Google Shape;635;p38"/>
          <p:cNvSpPr txBox="1"/>
          <p:nvPr>
            <p:ph type="ctrTitle"/>
          </p:nvPr>
        </p:nvSpPr>
        <p:spPr>
          <a:xfrm>
            <a:off x="2051720" y="-92546"/>
            <a:ext cx="6246868" cy="826878"/>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4400"/>
              <a:buNone/>
            </a:pPr>
            <a:r>
              <a:rPr b="1" lang="fr" sz="2000">
                <a:solidFill>
                  <a:schemeClr val="lt1"/>
                </a:solidFill>
              </a:rPr>
              <a:t>5.   CONCLUSION</a:t>
            </a:r>
            <a:endParaRPr b="1" sz="2000">
              <a:solidFill>
                <a:schemeClr val="lt1"/>
              </a:solidFill>
            </a:endParaRPr>
          </a:p>
        </p:txBody>
      </p:sp>
      <p:sp>
        <p:nvSpPr>
          <p:cNvPr id="636" name="Google Shape;636;p38"/>
          <p:cNvSpPr txBox="1"/>
          <p:nvPr>
            <p:ph idx="4294967295" type="sldNum"/>
          </p:nvPr>
        </p:nvSpPr>
        <p:spPr>
          <a:xfrm>
            <a:off x="8594725" y="4749800"/>
            <a:ext cx="549275" cy="3937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1300"/>
              <a:buNone/>
            </a:pPr>
            <a:fld id="{00000000-1234-1234-1234-123412341234}" type="slidenum">
              <a:rPr lang="fr"/>
              <a:t>‹#›</a:t>
            </a:fld>
            <a:endParaRPr/>
          </a:p>
        </p:txBody>
      </p:sp>
      <p:pic>
        <p:nvPicPr>
          <p:cNvPr id="637" name="Google Shape;637;p38"/>
          <p:cNvPicPr preferRelativeResize="0"/>
          <p:nvPr/>
        </p:nvPicPr>
        <p:blipFill rotWithShape="1">
          <a:blip r:embed="rId3">
            <a:alphaModFix/>
          </a:blip>
          <a:srcRect b="0" l="0" r="0" t="0"/>
          <a:stretch/>
        </p:blipFill>
        <p:spPr>
          <a:xfrm>
            <a:off x="499350" y="1779250"/>
            <a:ext cx="1584575" cy="1946726"/>
          </a:xfrm>
          <a:prstGeom prst="rect">
            <a:avLst/>
          </a:prstGeom>
          <a:noFill/>
          <a:ln>
            <a:noFill/>
          </a:ln>
        </p:spPr>
      </p:pic>
      <p:sp>
        <p:nvSpPr>
          <p:cNvPr id="638" name="Google Shape;638;p38"/>
          <p:cNvSpPr txBox="1"/>
          <p:nvPr/>
        </p:nvSpPr>
        <p:spPr>
          <a:xfrm>
            <a:off x="2868500" y="1695650"/>
            <a:ext cx="5934900" cy="461700"/>
          </a:xfrm>
          <a:prstGeom prst="rect">
            <a:avLst/>
          </a:prstGeom>
          <a:noFill/>
          <a:ln>
            <a:noFill/>
          </a:ln>
        </p:spPr>
        <p:txBody>
          <a:bodyPr anchorCtr="0" anchor="t" bIns="91425" lIns="91425" spcFirstLastPara="1" rIns="91425" wrap="square" tIns="91425">
            <a:spAutoFit/>
          </a:bodyPr>
          <a:lstStyle/>
          <a:p>
            <a:pPr indent="0" lvl="0" marL="0" marR="0" rtl="0" algn="l">
              <a:lnSpc>
                <a:spcPct val="150000"/>
              </a:lnSpc>
              <a:spcBef>
                <a:spcPts val="0"/>
              </a:spcBef>
              <a:spcAft>
                <a:spcPts val="0"/>
              </a:spcAft>
              <a:buClr>
                <a:srgbClr val="000000"/>
              </a:buClr>
              <a:buSzPts val="1800"/>
              <a:buFont typeface="Arial"/>
              <a:buNone/>
            </a:pPr>
            <a:r>
              <a:t/>
            </a:r>
            <a:endParaRPr b="0" i="0" sz="1800" u="none" cap="none" strike="noStrike">
              <a:solidFill>
                <a:srgbClr val="000000"/>
              </a:solidFill>
              <a:latin typeface="Roboto Slab Medium"/>
              <a:ea typeface="Roboto Slab Medium"/>
              <a:cs typeface="Roboto Slab Medium"/>
              <a:sym typeface="Roboto Slab Medium"/>
            </a:endParaRPr>
          </a:p>
        </p:txBody>
      </p:sp>
      <p:sp>
        <p:nvSpPr>
          <p:cNvPr id="639" name="Google Shape;639;p38"/>
          <p:cNvSpPr txBox="1"/>
          <p:nvPr/>
        </p:nvSpPr>
        <p:spPr>
          <a:xfrm>
            <a:off x="2139175" y="1595075"/>
            <a:ext cx="6726300" cy="2554500"/>
          </a:xfrm>
          <a:prstGeom prst="rect">
            <a:avLst/>
          </a:prstGeom>
          <a:noFill/>
          <a:ln>
            <a:noFill/>
          </a:ln>
        </p:spPr>
        <p:txBody>
          <a:bodyPr anchorCtr="0" anchor="t" bIns="91425" lIns="91425" spcFirstLastPara="1" rIns="91425" wrap="square" tIns="91425">
            <a:noAutofit/>
          </a:bodyPr>
          <a:lstStyle/>
          <a:p>
            <a:pPr indent="0" lvl="0" marL="0" rtl="0" algn="just">
              <a:spcBef>
                <a:spcPts val="0"/>
              </a:spcBef>
              <a:spcAft>
                <a:spcPts val="0"/>
              </a:spcAft>
              <a:buNone/>
            </a:pPr>
            <a:r>
              <a:rPr lang="fr" sz="1600">
                <a:latin typeface="Roboto Slab"/>
                <a:ea typeface="Roboto Slab"/>
                <a:cs typeface="Roboto Slab"/>
                <a:sym typeface="Roboto Slab"/>
              </a:rPr>
              <a:t>Notre objectif, face aux défis techniques et linguistiques liés à la reconnaissance automatique de la parole en langue Yemba dans le cadre de son apprentissage à l’école primaire, était de  collecter et nettoyer les données pour cette tâche, puis passer ces données à un outil d’asr et enfin non dans une expectative de bonnes performances voir en quoi les GNNs adapter dans notre cas a cause de leurs interprétabilité peuvent fournir une bonne représentation des données pour notre tâche.</a:t>
            </a:r>
            <a:endParaRPr sz="3500">
              <a:solidFill>
                <a:schemeClr val="dk1"/>
              </a:solidFill>
              <a:latin typeface="Roboto Slab"/>
              <a:ea typeface="Roboto Slab"/>
              <a:cs typeface="Roboto Slab"/>
              <a:sym typeface="Roboto Slab"/>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3" name="Shape 643"/>
        <p:cNvGrpSpPr/>
        <p:nvPr/>
      </p:nvGrpSpPr>
      <p:grpSpPr>
        <a:xfrm>
          <a:off x="0" y="0"/>
          <a:ext cx="0" cy="0"/>
          <a:chOff x="0" y="0"/>
          <a:chExt cx="0" cy="0"/>
        </a:xfrm>
      </p:grpSpPr>
      <p:sp>
        <p:nvSpPr>
          <p:cNvPr id="644" name="Google Shape;644;p40"/>
          <p:cNvSpPr/>
          <p:nvPr/>
        </p:nvSpPr>
        <p:spPr>
          <a:xfrm>
            <a:off x="1286921" y="70942"/>
            <a:ext cx="5013272" cy="484583"/>
          </a:xfrm>
          <a:prstGeom prst="snip2DiagRect">
            <a:avLst>
              <a:gd fmla="val 0" name="adj1"/>
              <a:gd fmla="val 16667" name="adj2"/>
            </a:avLst>
          </a:prstGeom>
          <a:gradFill>
            <a:gsLst>
              <a:gs pos="0">
                <a:srgbClr val="0075E5"/>
              </a:gs>
              <a:gs pos="100000">
                <a:srgbClr val="04325F"/>
              </a:gs>
            </a:gsLst>
            <a:path path="circle">
              <a:fillToRect b="50%" l="50%" r="50%" t="50%"/>
            </a:path>
            <a:tileRect/>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645" name="Google Shape;645;p40"/>
          <p:cNvSpPr txBox="1"/>
          <p:nvPr>
            <p:ph type="ctrTitle"/>
          </p:nvPr>
        </p:nvSpPr>
        <p:spPr>
          <a:xfrm>
            <a:off x="2051720" y="-92546"/>
            <a:ext cx="6246868" cy="826878"/>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4400"/>
              <a:buNone/>
            </a:pPr>
            <a:r>
              <a:rPr b="1" lang="fr" sz="2000">
                <a:solidFill>
                  <a:schemeClr val="lt1"/>
                </a:solidFill>
              </a:rPr>
              <a:t>5.   CONCLUSION</a:t>
            </a:r>
            <a:endParaRPr b="1" sz="2000">
              <a:solidFill>
                <a:schemeClr val="lt1"/>
              </a:solidFill>
            </a:endParaRPr>
          </a:p>
        </p:txBody>
      </p:sp>
      <p:sp>
        <p:nvSpPr>
          <p:cNvPr id="646" name="Google Shape;646;p40"/>
          <p:cNvSpPr txBox="1"/>
          <p:nvPr>
            <p:ph idx="4294967295" type="sldNum"/>
          </p:nvPr>
        </p:nvSpPr>
        <p:spPr>
          <a:xfrm>
            <a:off x="8594725" y="4749800"/>
            <a:ext cx="549275" cy="3937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1300"/>
              <a:buNone/>
            </a:pPr>
            <a:fld id="{00000000-1234-1234-1234-123412341234}" type="slidenum">
              <a:rPr lang="fr"/>
              <a:t>‹#›</a:t>
            </a:fld>
            <a:endParaRPr/>
          </a:p>
        </p:txBody>
      </p:sp>
      <p:pic>
        <p:nvPicPr>
          <p:cNvPr id="647" name="Google Shape;647;p40"/>
          <p:cNvPicPr preferRelativeResize="0"/>
          <p:nvPr/>
        </p:nvPicPr>
        <p:blipFill rotWithShape="1">
          <a:blip r:embed="rId3">
            <a:alphaModFix/>
          </a:blip>
          <a:srcRect b="0" l="0" r="0" t="0"/>
          <a:stretch/>
        </p:blipFill>
        <p:spPr>
          <a:xfrm>
            <a:off x="146662" y="2424677"/>
            <a:ext cx="2144656" cy="1548112"/>
          </a:xfrm>
          <a:prstGeom prst="rect">
            <a:avLst/>
          </a:prstGeom>
          <a:noFill/>
          <a:ln>
            <a:noFill/>
          </a:ln>
        </p:spPr>
      </p:pic>
      <p:sp>
        <p:nvSpPr>
          <p:cNvPr id="648" name="Google Shape;648;p40"/>
          <p:cNvSpPr txBox="1"/>
          <p:nvPr/>
        </p:nvSpPr>
        <p:spPr>
          <a:xfrm>
            <a:off x="2908900" y="2183425"/>
            <a:ext cx="5559600" cy="677100"/>
          </a:xfrm>
          <a:prstGeom prst="rect">
            <a:avLst/>
          </a:prstGeom>
          <a:noFill/>
          <a:ln>
            <a:noFill/>
          </a:ln>
        </p:spPr>
        <p:txBody>
          <a:bodyPr anchorCtr="0" anchor="t" bIns="91425" lIns="91425" spcFirstLastPara="1" rIns="91425" wrap="square" tIns="91425">
            <a:spAutoFit/>
          </a:bodyPr>
          <a:lstStyle/>
          <a:p>
            <a:pPr indent="-330200" lvl="0" marL="457200" marR="0" rtl="0" algn="l">
              <a:lnSpc>
                <a:spcPct val="100000"/>
              </a:lnSpc>
              <a:spcBef>
                <a:spcPts val="0"/>
              </a:spcBef>
              <a:spcAft>
                <a:spcPts val="0"/>
              </a:spcAft>
              <a:buClr>
                <a:srgbClr val="000000"/>
              </a:buClr>
              <a:buSzPts val="1600"/>
              <a:buFont typeface="Roboto Slab Medium"/>
              <a:buChar char="●"/>
            </a:pPr>
            <a:r>
              <a:rPr b="0" i="0" lang="fr" sz="1600" u="none" cap="none" strike="noStrike">
                <a:solidFill>
                  <a:srgbClr val="000000"/>
                </a:solidFill>
                <a:latin typeface="Roboto Slab Medium"/>
                <a:ea typeface="Roboto Slab Medium"/>
                <a:cs typeface="Roboto Slab Medium"/>
                <a:sym typeface="Roboto Slab Medium"/>
              </a:rPr>
              <a:t>Les niveaux 1 et 2 ne sont pas représentés dans notre jeu de données.</a:t>
            </a:r>
            <a:endParaRPr b="0" i="0" sz="1600" u="none" cap="none" strike="noStrike">
              <a:solidFill>
                <a:srgbClr val="000000"/>
              </a:solidFill>
              <a:latin typeface="Arial"/>
              <a:ea typeface="Arial"/>
              <a:cs typeface="Arial"/>
              <a:sym typeface="Arial"/>
            </a:endParaRPr>
          </a:p>
        </p:txBody>
      </p:sp>
      <p:sp>
        <p:nvSpPr>
          <p:cNvPr id="649" name="Google Shape;649;p40"/>
          <p:cNvSpPr txBox="1"/>
          <p:nvPr/>
        </p:nvSpPr>
        <p:spPr>
          <a:xfrm>
            <a:off x="2908900" y="3110475"/>
            <a:ext cx="5937300" cy="1416000"/>
          </a:xfrm>
          <a:prstGeom prst="rect">
            <a:avLst/>
          </a:prstGeom>
          <a:noFill/>
          <a:ln>
            <a:noFill/>
          </a:ln>
        </p:spPr>
        <p:txBody>
          <a:bodyPr anchorCtr="0" anchor="t" bIns="91425" lIns="91425" spcFirstLastPara="1" rIns="91425" wrap="square" tIns="91425">
            <a:spAutoFit/>
          </a:bodyPr>
          <a:lstStyle/>
          <a:p>
            <a:pPr indent="-330200" lvl="0" marL="457200" marR="0" rtl="0" algn="l">
              <a:lnSpc>
                <a:spcPct val="100000"/>
              </a:lnSpc>
              <a:spcBef>
                <a:spcPts val="0"/>
              </a:spcBef>
              <a:spcAft>
                <a:spcPts val="0"/>
              </a:spcAft>
              <a:buClr>
                <a:srgbClr val="000000"/>
              </a:buClr>
              <a:buSzPts val="1600"/>
              <a:buFont typeface="Roboto Slab Medium"/>
              <a:buChar char="●"/>
            </a:pPr>
            <a:r>
              <a:rPr b="0" i="0" lang="fr" sz="1600" u="none" cap="none" strike="noStrike">
                <a:solidFill>
                  <a:srgbClr val="000000"/>
                </a:solidFill>
                <a:latin typeface="Roboto Slab Medium"/>
                <a:ea typeface="Roboto Slab Medium"/>
                <a:cs typeface="Roboto Slab Medium"/>
                <a:sym typeface="Roboto Slab Medium"/>
              </a:rPr>
              <a:t>La qualité des résultats est à améliorer en testant plusieurs hyperparamètres : le nombre de voisins interne  et externe dans le graphe, la similarité, la pondération entre les liens.</a:t>
            </a:r>
            <a:endParaRPr b="0" i="0" sz="1600" u="none" cap="none" strike="noStrike">
              <a:solidFill>
                <a:srgbClr val="000000"/>
              </a:solidFill>
              <a:latin typeface="Roboto Slab Medium"/>
              <a:ea typeface="Roboto Slab Medium"/>
              <a:cs typeface="Roboto Slab Medium"/>
              <a:sym typeface="Roboto Slab Medium"/>
            </a:endParaRPr>
          </a:p>
          <a:p>
            <a:pPr indent="0" lvl="0" marL="45720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Roboto Slab Medium"/>
              <a:ea typeface="Roboto Slab Medium"/>
              <a:cs typeface="Roboto Slab Medium"/>
              <a:sym typeface="Roboto Slab Medium"/>
            </a:endParaRPr>
          </a:p>
        </p:txBody>
      </p:sp>
      <p:sp>
        <p:nvSpPr>
          <p:cNvPr id="650" name="Google Shape;650;p40"/>
          <p:cNvSpPr txBox="1"/>
          <p:nvPr/>
        </p:nvSpPr>
        <p:spPr>
          <a:xfrm>
            <a:off x="1003123" y="929775"/>
            <a:ext cx="2944800" cy="585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1" i="0" lang="fr" sz="1600" u="none" cap="none" strike="noStrike">
                <a:solidFill>
                  <a:srgbClr val="000000"/>
                </a:solidFill>
                <a:latin typeface="Roboto Slab"/>
                <a:ea typeface="Roboto Slab"/>
                <a:cs typeface="Roboto Slab"/>
                <a:sym typeface="Roboto Slab"/>
              </a:rPr>
              <a:t>      Limites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t/>
            </a:r>
            <a:endParaRPr b="1" i="0" sz="1600" u="none" cap="none" strike="noStrike">
              <a:solidFill>
                <a:srgbClr val="000000"/>
              </a:solidFill>
              <a:latin typeface="Roboto Slab"/>
              <a:ea typeface="Roboto Slab"/>
              <a:cs typeface="Roboto Slab"/>
              <a:sym typeface="Roboto Slab"/>
            </a:endParaRPr>
          </a:p>
        </p:txBody>
      </p:sp>
    </p:spTree>
  </p:cSld>
  <p:clrMapOvr>
    <a:masterClrMapping/>
  </p:clrMapOvr>
  <p:transition>
    <p:fade thruBlk="1"/>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48"/>
                                        </p:tgtEl>
                                        <p:attrNameLst>
                                          <p:attrName>style.visibility</p:attrName>
                                        </p:attrNameLst>
                                      </p:cBhvr>
                                      <p:to>
                                        <p:strVal val="visible"/>
                                      </p:to>
                                    </p:set>
                                    <p:animEffect filter="fade" transition="in">
                                      <p:cBhvr>
                                        <p:cTn dur="1000"/>
                                        <p:tgtEl>
                                          <p:spTgt spid="64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49"/>
                                        </p:tgtEl>
                                        <p:attrNameLst>
                                          <p:attrName>style.visibility</p:attrName>
                                        </p:attrNameLst>
                                      </p:cBhvr>
                                      <p:to>
                                        <p:strVal val="visible"/>
                                      </p:to>
                                    </p:set>
                                    <p:animEffect filter="fade" transition="in">
                                      <p:cBhvr>
                                        <p:cTn dur="1000"/>
                                        <p:tgtEl>
                                          <p:spTgt spid="64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4" name="Shape 654"/>
        <p:cNvGrpSpPr/>
        <p:nvPr/>
      </p:nvGrpSpPr>
      <p:grpSpPr>
        <a:xfrm>
          <a:off x="0" y="0"/>
          <a:ext cx="0" cy="0"/>
          <a:chOff x="0" y="0"/>
          <a:chExt cx="0" cy="0"/>
        </a:xfrm>
      </p:grpSpPr>
      <p:sp>
        <p:nvSpPr>
          <p:cNvPr id="655" name="Google Shape;655;g2d33b3c898e_0_84"/>
          <p:cNvSpPr/>
          <p:nvPr/>
        </p:nvSpPr>
        <p:spPr>
          <a:xfrm>
            <a:off x="1286921" y="70942"/>
            <a:ext cx="5013300" cy="484500"/>
          </a:xfrm>
          <a:prstGeom prst="snip2DiagRect">
            <a:avLst>
              <a:gd fmla="val 0" name="adj1"/>
              <a:gd fmla="val 16667" name="adj2"/>
            </a:avLst>
          </a:prstGeom>
          <a:gradFill>
            <a:gsLst>
              <a:gs pos="0">
                <a:srgbClr val="0075E5"/>
              </a:gs>
              <a:gs pos="100000">
                <a:srgbClr val="04325F"/>
              </a:gs>
            </a:gsLst>
            <a:path path="circle">
              <a:fillToRect b="50%" l="50%" r="50%" t="50%"/>
            </a:path>
            <a:tileRect/>
          </a:gra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chemeClr val="lt1"/>
              </a:solidFill>
              <a:latin typeface="Arial"/>
              <a:ea typeface="Arial"/>
              <a:cs typeface="Arial"/>
              <a:sym typeface="Arial"/>
            </a:endParaRPr>
          </a:p>
        </p:txBody>
      </p:sp>
      <p:sp>
        <p:nvSpPr>
          <p:cNvPr id="656" name="Google Shape;656;g2d33b3c898e_0_84"/>
          <p:cNvSpPr txBox="1"/>
          <p:nvPr>
            <p:ph type="ctrTitle"/>
          </p:nvPr>
        </p:nvSpPr>
        <p:spPr>
          <a:xfrm>
            <a:off x="2051720" y="-92546"/>
            <a:ext cx="6246900" cy="8268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4400"/>
              <a:buNone/>
            </a:pPr>
            <a:r>
              <a:rPr b="1" lang="fr" sz="2000">
                <a:solidFill>
                  <a:schemeClr val="lt1"/>
                </a:solidFill>
              </a:rPr>
              <a:t>5.   CONCLUSION</a:t>
            </a:r>
            <a:endParaRPr b="1" sz="2000">
              <a:solidFill>
                <a:schemeClr val="lt1"/>
              </a:solidFill>
            </a:endParaRPr>
          </a:p>
        </p:txBody>
      </p:sp>
      <p:sp>
        <p:nvSpPr>
          <p:cNvPr id="657" name="Google Shape;657;g2d33b3c898e_0_84"/>
          <p:cNvSpPr txBox="1"/>
          <p:nvPr>
            <p:ph idx="4294967295" type="sldNum"/>
          </p:nvPr>
        </p:nvSpPr>
        <p:spPr>
          <a:xfrm>
            <a:off x="8594725" y="4749800"/>
            <a:ext cx="549300" cy="3936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1300"/>
              <a:buNone/>
            </a:pPr>
            <a:fld id="{00000000-1234-1234-1234-123412341234}" type="slidenum">
              <a:rPr lang="fr"/>
              <a:t>‹#›</a:t>
            </a:fld>
            <a:endParaRPr/>
          </a:p>
        </p:txBody>
      </p:sp>
      <p:pic>
        <p:nvPicPr>
          <p:cNvPr id="658" name="Google Shape;658;g2d33b3c898e_0_84"/>
          <p:cNvPicPr preferRelativeResize="0"/>
          <p:nvPr/>
        </p:nvPicPr>
        <p:blipFill rotWithShape="1">
          <a:blip r:embed="rId3">
            <a:alphaModFix/>
          </a:blip>
          <a:srcRect b="0" l="0" r="0" t="0"/>
          <a:stretch/>
        </p:blipFill>
        <p:spPr>
          <a:xfrm>
            <a:off x="146662" y="2424677"/>
            <a:ext cx="2144656" cy="1548112"/>
          </a:xfrm>
          <a:prstGeom prst="rect">
            <a:avLst/>
          </a:prstGeom>
          <a:noFill/>
          <a:ln>
            <a:noFill/>
          </a:ln>
        </p:spPr>
      </p:pic>
      <p:sp>
        <p:nvSpPr>
          <p:cNvPr id="659" name="Google Shape;659;g2d33b3c898e_0_84"/>
          <p:cNvSpPr txBox="1"/>
          <p:nvPr/>
        </p:nvSpPr>
        <p:spPr>
          <a:xfrm>
            <a:off x="2908900" y="1802425"/>
            <a:ext cx="5559600" cy="677100"/>
          </a:xfrm>
          <a:prstGeom prst="rect">
            <a:avLst/>
          </a:prstGeom>
          <a:noFill/>
          <a:ln>
            <a:noFill/>
          </a:ln>
        </p:spPr>
        <p:txBody>
          <a:bodyPr anchorCtr="0" anchor="t" bIns="91425" lIns="91425" spcFirstLastPara="1" rIns="91425" wrap="square" tIns="91425">
            <a:spAutoFit/>
          </a:bodyPr>
          <a:lstStyle/>
          <a:p>
            <a:pPr indent="-330200" lvl="0" marL="457200" marR="0" rtl="0" algn="l">
              <a:lnSpc>
                <a:spcPct val="100000"/>
              </a:lnSpc>
              <a:spcBef>
                <a:spcPts val="0"/>
              </a:spcBef>
              <a:spcAft>
                <a:spcPts val="0"/>
              </a:spcAft>
              <a:buClr>
                <a:srgbClr val="000000"/>
              </a:buClr>
              <a:buSzPts val="1600"/>
              <a:buFont typeface="Roboto Slab Medium"/>
              <a:buChar char="●"/>
            </a:pPr>
            <a:r>
              <a:rPr b="0" i="0" lang="fr" sz="1600" u="none" cap="none" strike="noStrike">
                <a:solidFill>
                  <a:srgbClr val="000000"/>
                </a:solidFill>
                <a:latin typeface="Roboto Slab Medium"/>
                <a:ea typeface="Roboto Slab Medium"/>
                <a:cs typeface="Roboto Slab Medium"/>
                <a:sym typeface="Roboto Slab Medium"/>
              </a:rPr>
              <a:t>Réalisation d’ une évaluation empirique de nos modèles.</a:t>
            </a:r>
            <a:endParaRPr b="0" i="0" sz="1600" u="none" cap="none" strike="noStrike">
              <a:solidFill>
                <a:srgbClr val="000000"/>
              </a:solidFill>
              <a:latin typeface="Arial"/>
              <a:ea typeface="Arial"/>
              <a:cs typeface="Arial"/>
              <a:sym typeface="Arial"/>
            </a:endParaRPr>
          </a:p>
        </p:txBody>
      </p:sp>
      <p:sp>
        <p:nvSpPr>
          <p:cNvPr id="660" name="Google Shape;660;g2d33b3c898e_0_84"/>
          <p:cNvSpPr txBox="1"/>
          <p:nvPr/>
        </p:nvSpPr>
        <p:spPr>
          <a:xfrm>
            <a:off x="2908900" y="2729475"/>
            <a:ext cx="5301900" cy="1169700"/>
          </a:xfrm>
          <a:prstGeom prst="rect">
            <a:avLst/>
          </a:prstGeom>
          <a:noFill/>
          <a:ln>
            <a:noFill/>
          </a:ln>
        </p:spPr>
        <p:txBody>
          <a:bodyPr anchorCtr="0" anchor="t" bIns="91425" lIns="91425" spcFirstLastPara="1" rIns="91425" wrap="square" tIns="91425">
            <a:spAutoFit/>
          </a:bodyPr>
          <a:lstStyle/>
          <a:p>
            <a:pPr indent="-330200" lvl="0" marL="457200" marR="0" rtl="0" algn="l">
              <a:lnSpc>
                <a:spcPct val="100000"/>
              </a:lnSpc>
              <a:spcBef>
                <a:spcPts val="0"/>
              </a:spcBef>
              <a:spcAft>
                <a:spcPts val="0"/>
              </a:spcAft>
              <a:buClr>
                <a:srgbClr val="000000"/>
              </a:buClr>
              <a:buSzPts val="1600"/>
              <a:buFont typeface="Roboto Slab Medium"/>
              <a:buChar char="●"/>
            </a:pPr>
            <a:r>
              <a:rPr b="0" i="0" lang="fr" sz="1600" u="none" cap="none" strike="noStrike">
                <a:solidFill>
                  <a:srgbClr val="000000"/>
                </a:solidFill>
                <a:latin typeface="Roboto Slab Medium"/>
                <a:ea typeface="Roboto Slab Medium"/>
                <a:cs typeface="Roboto Slab Medium"/>
                <a:sym typeface="Roboto Slab Medium"/>
              </a:rPr>
              <a:t>Étiquetage des données à un niveau plus bas pour exploiter la séquentialité des phonèmes dans les mots.</a:t>
            </a:r>
            <a:endParaRPr b="0" i="0" sz="1600" u="none" cap="none" strike="noStrike">
              <a:solidFill>
                <a:srgbClr val="000000"/>
              </a:solidFill>
              <a:latin typeface="Roboto Slab Medium"/>
              <a:ea typeface="Roboto Slab Medium"/>
              <a:cs typeface="Roboto Slab Medium"/>
              <a:sym typeface="Roboto Slab Medium"/>
            </a:endParaRPr>
          </a:p>
          <a:p>
            <a:pPr indent="0" lvl="0" marL="457200" marR="0" rtl="0" algn="l">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Roboto Slab Medium"/>
              <a:ea typeface="Roboto Slab Medium"/>
              <a:cs typeface="Roboto Slab Medium"/>
              <a:sym typeface="Roboto Slab Medium"/>
            </a:endParaRPr>
          </a:p>
        </p:txBody>
      </p:sp>
      <p:sp>
        <p:nvSpPr>
          <p:cNvPr id="661" name="Google Shape;661;g2d33b3c898e_0_84"/>
          <p:cNvSpPr txBox="1"/>
          <p:nvPr/>
        </p:nvSpPr>
        <p:spPr>
          <a:xfrm>
            <a:off x="1242450" y="1275500"/>
            <a:ext cx="1502100" cy="338700"/>
          </a:xfrm>
          <a:prstGeom prst="rect">
            <a:avLst/>
          </a:prstGeom>
          <a:noFill/>
          <a:ln>
            <a:noFill/>
          </a:ln>
        </p:spPr>
        <p:txBody>
          <a:bodyPr anchorCtr="0" anchor="t" bIns="45700" lIns="91425" spcFirstLastPara="1" rIns="91425" wrap="square" tIns="45700">
            <a:spAutoFit/>
          </a:bodyPr>
          <a:lstStyle/>
          <a:p>
            <a:pPr indent="0" lvl="0" marL="0" rtl="0" algn="l">
              <a:spcBef>
                <a:spcPts val="0"/>
              </a:spcBef>
              <a:spcAft>
                <a:spcPts val="0"/>
              </a:spcAft>
              <a:buClr>
                <a:srgbClr val="000000"/>
              </a:buClr>
              <a:buSzPts val="1600"/>
              <a:buFont typeface="Arial"/>
              <a:buNone/>
            </a:pPr>
            <a:r>
              <a:rPr b="1" lang="fr" sz="1600">
                <a:latin typeface="Roboto Slab"/>
                <a:ea typeface="Roboto Slab"/>
                <a:cs typeface="Roboto Slab"/>
                <a:sym typeface="Roboto Slab"/>
              </a:rPr>
              <a:t>Perspectives</a:t>
            </a:r>
            <a:endParaRPr b="0" i="0" sz="1400" u="none" cap="none" strike="noStrike">
              <a:solidFill>
                <a:srgbClr val="000000"/>
              </a:solidFill>
              <a:latin typeface="Arial"/>
              <a:ea typeface="Arial"/>
              <a:cs typeface="Arial"/>
              <a:sym typeface="Arial"/>
            </a:endParaRPr>
          </a:p>
        </p:txBody>
      </p:sp>
      <p:sp>
        <p:nvSpPr>
          <p:cNvPr id="662" name="Google Shape;662;g2d33b3c898e_0_84"/>
          <p:cNvSpPr txBox="1"/>
          <p:nvPr/>
        </p:nvSpPr>
        <p:spPr>
          <a:xfrm>
            <a:off x="5599948" y="818225"/>
            <a:ext cx="2944800" cy="585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1" i="0" lang="fr" sz="1600" u="none" cap="none" strike="noStrike">
                <a:solidFill>
                  <a:srgbClr val="000000"/>
                </a:solidFill>
                <a:latin typeface="Roboto Slab"/>
                <a:ea typeface="Roboto Slab"/>
                <a:cs typeface="Roboto Slab"/>
                <a:sym typeface="Roboto Slab"/>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t/>
            </a:r>
            <a:endParaRPr b="1" i="0" sz="1600" u="none" cap="none" strike="noStrike">
              <a:solidFill>
                <a:srgbClr val="000000"/>
              </a:solidFill>
              <a:latin typeface="Roboto Slab"/>
              <a:ea typeface="Roboto Slab"/>
              <a:cs typeface="Roboto Slab"/>
              <a:sym typeface="Roboto Slab"/>
            </a:endParaRPr>
          </a:p>
        </p:txBody>
      </p:sp>
      <p:sp>
        <p:nvSpPr>
          <p:cNvPr id="663" name="Google Shape;663;g2d33b3c898e_0_84"/>
          <p:cNvSpPr txBox="1"/>
          <p:nvPr/>
        </p:nvSpPr>
        <p:spPr>
          <a:xfrm>
            <a:off x="2908900" y="3720075"/>
            <a:ext cx="5301900" cy="677100"/>
          </a:xfrm>
          <a:prstGeom prst="rect">
            <a:avLst/>
          </a:prstGeom>
          <a:noFill/>
          <a:ln>
            <a:noFill/>
          </a:ln>
        </p:spPr>
        <p:txBody>
          <a:bodyPr anchorCtr="0" anchor="t" bIns="91425" lIns="91425" spcFirstLastPara="1" rIns="91425" wrap="square" tIns="91425">
            <a:spAutoFit/>
          </a:bodyPr>
          <a:lstStyle/>
          <a:p>
            <a:pPr indent="-330200" lvl="0" marL="457200" marR="0" rtl="0" algn="l">
              <a:lnSpc>
                <a:spcPct val="100000"/>
              </a:lnSpc>
              <a:spcBef>
                <a:spcPts val="0"/>
              </a:spcBef>
              <a:spcAft>
                <a:spcPts val="0"/>
              </a:spcAft>
              <a:buClr>
                <a:srgbClr val="000000"/>
              </a:buClr>
              <a:buSzPts val="1600"/>
              <a:buFont typeface="Roboto Slab Medium"/>
              <a:buChar char="●"/>
            </a:pPr>
            <a:r>
              <a:rPr b="0" i="0" lang="fr" sz="1600" u="none" cap="none" strike="noStrike">
                <a:solidFill>
                  <a:srgbClr val="000000"/>
                </a:solidFill>
                <a:latin typeface="Roboto Slab Medium"/>
                <a:ea typeface="Roboto Slab Medium"/>
                <a:cs typeface="Roboto Slab Medium"/>
                <a:sym typeface="Roboto Slab Medium"/>
              </a:rPr>
              <a:t>Trouver un meilleur algorithme d’insertion des noeuds de test dans le graphe.</a:t>
            </a:r>
            <a:endParaRPr b="0" i="0" sz="1600" u="none" cap="none" strike="noStrike">
              <a:solidFill>
                <a:srgbClr val="000000"/>
              </a:solidFill>
              <a:latin typeface="Roboto Slab Medium"/>
              <a:ea typeface="Roboto Slab Medium"/>
              <a:cs typeface="Roboto Slab Medium"/>
              <a:sym typeface="Roboto Slab Medium"/>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659"/>
                                        </p:tgtEl>
                                        <p:attrNameLst>
                                          <p:attrName>style.visibility</p:attrName>
                                        </p:attrNameLst>
                                      </p:cBhvr>
                                      <p:to>
                                        <p:strVal val="visible"/>
                                      </p:to>
                                    </p:set>
                                    <p:anim calcmode="lin" valueType="num">
                                      <p:cBhvr additive="base">
                                        <p:cTn dur="1000"/>
                                        <p:tgtEl>
                                          <p:spTgt spid="659"/>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660"/>
                                        </p:tgtEl>
                                        <p:attrNameLst>
                                          <p:attrName>style.visibility</p:attrName>
                                        </p:attrNameLst>
                                      </p:cBhvr>
                                      <p:to>
                                        <p:strVal val="visible"/>
                                      </p:to>
                                    </p:set>
                                    <p:anim calcmode="lin" valueType="num">
                                      <p:cBhvr additive="base">
                                        <p:cTn dur="1000"/>
                                        <p:tgtEl>
                                          <p:spTgt spid="660"/>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663"/>
                                        </p:tgtEl>
                                        <p:attrNameLst>
                                          <p:attrName>style.visibility</p:attrName>
                                        </p:attrNameLst>
                                      </p:cBhvr>
                                      <p:to>
                                        <p:strVal val="visible"/>
                                      </p:to>
                                    </p:set>
                                    <p:anim calcmode="lin" valueType="num">
                                      <p:cBhvr additive="base">
                                        <p:cTn dur="1000"/>
                                        <p:tgtEl>
                                          <p:spTgt spid="663"/>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7" name="Shape 667"/>
        <p:cNvGrpSpPr/>
        <p:nvPr/>
      </p:nvGrpSpPr>
      <p:grpSpPr>
        <a:xfrm>
          <a:off x="0" y="0"/>
          <a:ext cx="0" cy="0"/>
          <a:chOff x="0" y="0"/>
          <a:chExt cx="0" cy="0"/>
        </a:xfrm>
      </p:grpSpPr>
      <p:sp>
        <p:nvSpPr>
          <p:cNvPr id="668" name="Google Shape;668;g31bd7dd61e1_0_14"/>
          <p:cNvSpPr txBox="1"/>
          <p:nvPr>
            <p:ph type="ctrTitle"/>
          </p:nvPr>
        </p:nvSpPr>
        <p:spPr>
          <a:xfrm>
            <a:off x="2051720" y="-92546"/>
            <a:ext cx="6246900" cy="8268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4400"/>
              <a:buNone/>
            </a:pPr>
            <a:r>
              <a:rPr b="1" lang="fr" sz="2000">
                <a:solidFill>
                  <a:schemeClr val="lt1"/>
                </a:solidFill>
              </a:rPr>
              <a:t>5.   CONCLUSION</a:t>
            </a:r>
            <a:endParaRPr b="1" sz="2000">
              <a:solidFill>
                <a:schemeClr val="lt1"/>
              </a:solidFill>
            </a:endParaRPr>
          </a:p>
        </p:txBody>
      </p:sp>
      <p:sp>
        <p:nvSpPr>
          <p:cNvPr id="669" name="Google Shape;669;g31bd7dd61e1_0_14"/>
          <p:cNvSpPr txBox="1"/>
          <p:nvPr>
            <p:ph idx="4294967295" type="sldNum"/>
          </p:nvPr>
        </p:nvSpPr>
        <p:spPr>
          <a:xfrm>
            <a:off x="8594725" y="4749800"/>
            <a:ext cx="549300" cy="3936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1300"/>
              <a:buNone/>
            </a:pPr>
            <a:fld id="{00000000-1234-1234-1234-123412341234}" type="slidenum">
              <a:rPr lang="fr"/>
              <a:t>‹#›</a:t>
            </a:fld>
            <a:endParaRPr/>
          </a:p>
        </p:txBody>
      </p:sp>
      <p:sp>
        <p:nvSpPr>
          <p:cNvPr id="670" name="Google Shape;670;g31bd7dd61e1_0_14"/>
          <p:cNvSpPr txBox="1"/>
          <p:nvPr/>
        </p:nvSpPr>
        <p:spPr>
          <a:xfrm>
            <a:off x="651425" y="1123875"/>
            <a:ext cx="8492700" cy="923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fr" sz="1600">
                <a:latin typeface="Roboto Slab Medium"/>
                <a:ea typeface="Roboto Slab Medium"/>
                <a:cs typeface="Roboto Slab Medium"/>
                <a:sym typeface="Roboto Slab Medium"/>
              </a:rPr>
              <a:t>“Using AI for Assessment in African Languages Learning</a:t>
            </a:r>
            <a:endParaRPr sz="1600">
              <a:latin typeface="Roboto Slab Medium"/>
              <a:ea typeface="Roboto Slab Medium"/>
              <a:cs typeface="Roboto Slab Medium"/>
              <a:sym typeface="Roboto Slab Medium"/>
            </a:endParaRPr>
          </a:p>
          <a:p>
            <a:pPr indent="0" lvl="0" marL="0" rtl="0" algn="l">
              <a:spcBef>
                <a:spcPts val="0"/>
              </a:spcBef>
              <a:spcAft>
                <a:spcPts val="0"/>
              </a:spcAft>
              <a:buNone/>
            </a:pPr>
            <a:r>
              <a:rPr lang="fr" sz="1600">
                <a:latin typeface="Roboto Slab Medium"/>
                <a:ea typeface="Roboto Slab Medium"/>
                <a:cs typeface="Roboto Slab Medium"/>
                <a:sym typeface="Roboto Slab Medium"/>
              </a:rPr>
              <a:t>in Primary Education”. In : (juill. 2024), p. 63-67. U R L : </a:t>
            </a:r>
            <a:r>
              <a:rPr lang="fr" sz="1600" u="sng">
                <a:solidFill>
                  <a:schemeClr val="hlink"/>
                </a:solidFill>
                <a:latin typeface="Roboto Slab Medium"/>
                <a:ea typeface="Roboto Slab Medium"/>
                <a:cs typeface="Roboto Slab Medium"/>
                <a:sym typeface="Roboto Slab Medium"/>
                <a:hlinkClick r:id="rId3"/>
              </a:rPr>
              <a:t>https://hal.science/hal- 04669404.</a:t>
            </a:r>
            <a:endParaRPr sz="1600">
              <a:latin typeface="Roboto Slab Medium"/>
              <a:ea typeface="Roboto Slab Medium"/>
              <a:cs typeface="Roboto Slab Medium"/>
              <a:sym typeface="Roboto Slab Medium"/>
            </a:endParaRPr>
          </a:p>
        </p:txBody>
      </p:sp>
      <p:sp>
        <p:nvSpPr>
          <p:cNvPr id="671" name="Google Shape;671;g31bd7dd61e1_0_14"/>
          <p:cNvSpPr txBox="1"/>
          <p:nvPr/>
        </p:nvSpPr>
        <p:spPr>
          <a:xfrm>
            <a:off x="5599948" y="818225"/>
            <a:ext cx="2944800" cy="5850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600"/>
              <a:buFont typeface="Arial"/>
              <a:buNone/>
            </a:pPr>
            <a:r>
              <a:rPr b="1" i="0" lang="fr" sz="1600" u="none" cap="none" strike="noStrike">
                <a:solidFill>
                  <a:srgbClr val="000000"/>
                </a:solidFill>
                <a:latin typeface="Roboto Slab"/>
                <a:ea typeface="Roboto Slab"/>
                <a:cs typeface="Roboto Slab"/>
                <a:sym typeface="Roboto Slab"/>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600"/>
              <a:buFont typeface="Arial"/>
              <a:buNone/>
            </a:pPr>
            <a:r>
              <a:t/>
            </a:r>
            <a:endParaRPr b="1" i="0" sz="1600" u="none" cap="none" strike="noStrike">
              <a:solidFill>
                <a:srgbClr val="000000"/>
              </a:solidFill>
              <a:latin typeface="Roboto Slab"/>
              <a:ea typeface="Roboto Slab"/>
              <a:cs typeface="Roboto Slab"/>
              <a:sym typeface="Roboto Slab"/>
            </a:endParaRPr>
          </a:p>
        </p:txBody>
      </p:sp>
      <p:sp>
        <p:nvSpPr>
          <p:cNvPr id="672" name="Google Shape;672;g31bd7dd61e1_0_14"/>
          <p:cNvSpPr txBox="1"/>
          <p:nvPr/>
        </p:nvSpPr>
        <p:spPr>
          <a:xfrm>
            <a:off x="651425" y="3402625"/>
            <a:ext cx="8492700" cy="431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fr" sz="1600">
                <a:latin typeface="Roboto Slab Medium"/>
                <a:ea typeface="Roboto Slab Medium"/>
                <a:cs typeface="Roboto Slab Medium"/>
                <a:sym typeface="Roboto Slab Medium"/>
              </a:rPr>
              <a:t>“YembaEGRA” </a:t>
            </a:r>
            <a:r>
              <a:rPr lang="fr" sz="1600" u="sng">
                <a:solidFill>
                  <a:schemeClr val="hlink"/>
                </a:solidFill>
                <a:latin typeface="Roboto Slab Medium"/>
                <a:ea typeface="Roboto Slab Medium"/>
                <a:cs typeface="Roboto Slab Medium"/>
                <a:sym typeface="Roboto Slab Medium"/>
                <a:hlinkClick r:id="rId4"/>
              </a:rPr>
              <a:t>https://data.mendeley.com/datasets/74p9d5frg3/1</a:t>
            </a:r>
            <a:endParaRPr sz="1600">
              <a:latin typeface="Roboto Slab Medium"/>
              <a:ea typeface="Roboto Slab Medium"/>
              <a:cs typeface="Roboto Slab Medium"/>
              <a:sym typeface="Roboto Slab Medium"/>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670"/>
                                        </p:tgtEl>
                                        <p:attrNameLst>
                                          <p:attrName>style.visibility</p:attrName>
                                        </p:attrNameLst>
                                      </p:cBhvr>
                                      <p:to>
                                        <p:strVal val="visible"/>
                                      </p:to>
                                    </p:set>
                                    <p:anim calcmode="lin" valueType="num">
                                      <p:cBhvr additive="base">
                                        <p:cTn dur="1000"/>
                                        <p:tgtEl>
                                          <p:spTgt spid="670"/>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6" name="Shape 676"/>
        <p:cNvGrpSpPr/>
        <p:nvPr/>
      </p:nvGrpSpPr>
      <p:grpSpPr>
        <a:xfrm>
          <a:off x="0" y="0"/>
          <a:ext cx="0" cy="0"/>
          <a:chOff x="0" y="0"/>
          <a:chExt cx="0" cy="0"/>
        </a:xfrm>
      </p:grpSpPr>
      <p:sp>
        <p:nvSpPr>
          <p:cNvPr id="677" name="Google Shape;677;p41"/>
          <p:cNvSpPr txBox="1"/>
          <p:nvPr>
            <p:ph idx="12" type="sldNum"/>
          </p:nvPr>
        </p:nvSpPr>
        <p:spPr>
          <a:xfrm>
            <a:off x="8404384" y="4749851"/>
            <a:ext cx="548700" cy="393600"/>
          </a:xfrm>
          <a:prstGeom prst="rect">
            <a:avLst/>
          </a:prstGeom>
          <a:noFill/>
          <a:ln>
            <a:noFill/>
          </a:ln>
        </p:spPr>
        <p:txBody>
          <a:bodyPr anchorCtr="0" anchor="t" bIns="91425" lIns="91425" spcFirstLastPara="1" rIns="91425" wrap="square" tIns="91425">
            <a:noAutofit/>
          </a:bodyPr>
          <a:lstStyle/>
          <a:p>
            <a:pPr indent="0" lvl="0" marL="0" rtl="0" algn="r">
              <a:lnSpc>
                <a:spcPct val="100000"/>
              </a:lnSpc>
              <a:spcBef>
                <a:spcPts val="0"/>
              </a:spcBef>
              <a:spcAft>
                <a:spcPts val="0"/>
              </a:spcAft>
              <a:buSzPts val="1300"/>
              <a:buNone/>
            </a:pPr>
            <a:fld id="{00000000-1234-1234-1234-123412341234}" type="slidenum">
              <a:rPr lang="fr"/>
              <a:t>‹#›</a:t>
            </a:fld>
            <a:endParaRPr/>
          </a:p>
        </p:txBody>
      </p:sp>
      <p:sp>
        <p:nvSpPr>
          <p:cNvPr id="678" name="Google Shape;678;p41"/>
          <p:cNvSpPr txBox="1"/>
          <p:nvPr>
            <p:ph idx="4294967295" type="ctrTitle"/>
          </p:nvPr>
        </p:nvSpPr>
        <p:spPr>
          <a:xfrm>
            <a:off x="314475" y="1245650"/>
            <a:ext cx="8299800" cy="2200200"/>
          </a:xfrm>
          <a:prstGeom prst="rect">
            <a:avLst/>
          </a:prstGeom>
          <a:noFill/>
          <a:ln>
            <a:noFill/>
          </a:ln>
        </p:spPr>
        <p:txBody>
          <a:bodyPr anchorCtr="0" anchor="b" bIns="91425" lIns="91425" spcFirstLastPara="1" rIns="91425" wrap="square" tIns="91425">
            <a:noAutofit/>
          </a:bodyPr>
          <a:lstStyle/>
          <a:p>
            <a:pPr indent="0" lvl="0" marL="0" marR="0" rtl="0" algn="l">
              <a:lnSpc>
                <a:spcPct val="100000"/>
              </a:lnSpc>
              <a:spcBef>
                <a:spcPts val="0"/>
              </a:spcBef>
              <a:spcAft>
                <a:spcPts val="0"/>
              </a:spcAft>
              <a:buClr>
                <a:schemeClr val="accent1"/>
              </a:buClr>
              <a:buSzPts val="2000"/>
              <a:buFont typeface="Roboto Slab"/>
              <a:buNone/>
            </a:pPr>
            <a:r>
              <a:rPr b="1" i="0" lang="fr" sz="5500" u="none" cap="none" strike="noStrike">
                <a:solidFill>
                  <a:schemeClr val="accent1"/>
                </a:solidFill>
                <a:latin typeface="Nunito"/>
                <a:ea typeface="Nunito"/>
                <a:cs typeface="Nunito"/>
                <a:sym typeface="Nunito"/>
              </a:rPr>
              <a:t>Merci pour votre aimable attention !</a:t>
            </a:r>
            <a:endParaRPr b="1" i="0" sz="5500" u="none" cap="none" strike="noStrike">
              <a:solidFill>
                <a:schemeClr val="accent1"/>
              </a:solidFill>
              <a:latin typeface="Nunito"/>
              <a:ea typeface="Nunito"/>
              <a:cs typeface="Nunito"/>
              <a:sym typeface="Nunito"/>
            </a:endParaRPr>
          </a:p>
        </p:txBody>
      </p:sp>
      <p:pic>
        <p:nvPicPr>
          <p:cNvPr id="679" name="Google Shape;679;p41"/>
          <p:cNvPicPr preferRelativeResize="0"/>
          <p:nvPr/>
        </p:nvPicPr>
        <p:blipFill rotWithShape="1">
          <a:blip r:embed="rId3">
            <a:alphaModFix/>
          </a:blip>
          <a:srcRect b="0" l="0" r="17773" t="0"/>
          <a:stretch/>
        </p:blipFill>
        <p:spPr>
          <a:xfrm>
            <a:off x="6589280" y="3445847"/>
            <a:ext cx="1859792" cy="1612222"/>
          </a:xfrm>
          <a:prstGeom prst="rect">
            <a:avLst/>
          </a:prstGeom>
          <a:noFill/>
          <a:ln>
            <a:noFill/>
          </a:ln>
        </p:spPr>
      </p:pic>
    </p:spTree>
  </p:cSld>
  <p:clrMapOvr>
    <a:masterClrMapping/>
  </p:clrMapOvr>
  <p:transition>
    <p:fade thruBlk="1"/>
  </p:transition>
</p:sld>
</file>

<file path=ppt/theme/theme1.xml><?xml version="1.0" encoding="utf-8"?>
<a:theme xmlns:a="http://schemas.openxmlformats.org/drawingml/2006/main" xmlns:r="http://schemas.openxmlformats.org/officeDocument/2006/relationships" name="Cordelia template">
  <a:themeElements>
    <a:clrScheme name="Custom 347">
      <a:dk1>
        <a:srgbClr val="263238"/>
      </a:dk1>
      <a:lt1>
        <a:srgbClr val="FFFFFF"/>
      </a:lt1>
      <a:dk2>
        <a:srgbClr val="607D8B"/>
      </a:dk2>
      <a:lt2>
        <a:srgbClr val="ECEFF1"/>
      </a:lt2>
      <a:accent1>
        <a:srgbClr val="0091EA"/>
      </a:accent1>
      <a:accent2>
        <a:srgbClr val="0053A3"/>
      </a:accent2>
      <a:accent3>
        <a:srgbClr val="607D8B"/>
      </a:accent3>
      <a:accent4>
        <a:srgbClr val="CFD8DC"/>
      </a:accent4>
      <a:accent5>
        <a:srgbClr val="ECEFF1"/>
      </a:accent5>
      <a:accent6>
        <a:srgbClr val="ACDBF8"/>
      </a:accent6>
      <a:hlink>
        <a:srgbClr val="0091EA"/>
      </a:hlink>
      <a:folHlink>
        <a:srgbClr val="6611C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LENOVO</dc:creator>
</cp:coreProperties>
</file>